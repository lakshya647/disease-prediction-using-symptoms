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8"/>
  </p:notesMasterIdLst>
  <p:sldIdLst>
    <p:sldId id="256" r:id="rId2"/>
    <p:sldId id="257" r:id="rId3"/>
    <p:sldId id="258" r:id="rId4"/>
    <p:sldId id="268" r:id="rId5"/>
    <p:sldId id="259" r:id="rId6"/>
    <p:sldId id="269" r:id="rId7"/>
    <p:sldId id="270" r:id="rId8"/>
    <p:sldId id="260" r:id="rId9"/>
    <p:sldId id="262" r:id="rId10"/>
    <p:sldId id="261" r:id="rId11"/>
    <p:sldId id="271" r:id="rId12"/>
    <p:sldId id="272" r:id="rId13"/>
    <p:sldId id="266" r:id="rId14"/>
    <p:sldId id="267" r:id="rId15"/>
    <p:sldId id="263"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64" d="100"/>
          <a:sy n="64" d="100"/>
        </p:scale>
        <p:origin x="954"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A10CE94-BDFA-4281-9265-8776EEC530DC}" type="datetimeFigureOut">
              <a:rPr lang="en-US" smtClean="0"/>
              <a:t>2/15/2026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7E0CD52-CCFD-405F-B731-0EB2D192D03E}" type="slidenum">
              <a:rPr lang="en-US" smtClean="0"/>
              <a:t>‹#›</a:t>
            </a:fld>
            <a:endParaRPr lang="en-US"/>
          </a:p>
        </p:txBody>
      </p:sp>
    </p:spTree>
    <p:extLst>
      <p:ext uri="{BB962C8B-B14F-4D97-AF65-F5344CB8AC3E}">
        <p14:creationId xmlns:p14="http://schemas.microsoft.com/office/powerpoint/2010/main" val="23042484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7E0CD52-CCFD-405F-B731-0EB2D192D03E}" type="slidenum">
              <a:rPr lang="en-US" smtClean="0"/>
              <a:t>9</a:t>
            </a:fld>
            <a:endParaRPr lang="en-US"/>
          </a:p>
        </p:txBody>
      </p:sp>
    </p:spTree>
    <p:extLst>
      <p:ext uri="{BB962C8B-B14F-4D97-AF65-F5344CB8AC3E}">
        <p14:creationId xmlns:p14="http://schemas.microsoft.com/office/powerpoint/2010/main" val="20430232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369E-1D01-4E18-A41B-972E5282A5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7ACB01-ADDD-13C8-7D78-4FD47D1E31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7C7438D-EA18-361E-D59E-1533772630B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250E2FD9-74C2-C9B0-1BDC-57B92DCB6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74D17-63FA-E32E-A58E-46645943559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05008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BA9A7-DC78-3CB3-7F00-929E421E9B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8F4783-8B8F-B836-F68D-81BDF16A16E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FE82BE-60AE-D797-7868-81B8EF463DF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6DD90722-9270-7EDB-981C-B923AA08C7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E6731-DBE6-4F74-E2CF-7659DBC87CF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709242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8AFF-E64A-AF8D-BBC2-E5AB945B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9ACB9A4-3B4F-7FE6-9B28-F5EF72B25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CA73C0-5E6E-B28A-6C22-06D9AC4726B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4C49FA3B-4073-0F86-8AC8-81E0E4C3EB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F5269F-612E-B784-B48A-95AA0791073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61024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66B-106E-C76B-9CE8-1B9A4AE5C71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43AF0E-E8F2-1B19-B65C-0E1CC0813A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6CFFB13-732B-DEF8-DBEC-5F73E2395F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A273C03-C9D7-F051-B57E-8DA06873D419}"/>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F25D1B14-3A56-41BB-4E4A-4735998ADAD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854A9C-028F-0B55-463A-1087581A98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857903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166EC-9430-6B3D-E0CE-0A71B38A96B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E26AD1-F80A-C09B-B640-E65D99E68F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293B4-0027-A04C-BA3E-441C93A1D8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4E42C3-BCA9-FB95-D8DC-7F3044ADD3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C8EFB4-7BB2-F8E3-21FC-7E4A10DFDE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7B1C773-744A-FCD3-C078-3DC992C321D2}"/>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8" name="Footer Placeholder 7">
            <a:extLst>
              <a:ext uri="{FF2B5EF4-FFF2-40B4-BE49-F238E27FC236}">
                <a16:creationId xmlns:a16="http://schemas.microsoft.com/office/drawing/2014/main" id="{55F26583-570F-F397-D583-9963BD0D010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3F8FC52-BDE3-9E21-7004-9001CC624A20}"/>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48764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917DB-BC11-A965-7D47-A83062720E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F559EBB-66AC-0A22-FB25-AA24D188299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4" name="Footer Placeholder 3">
            <a:extLst>
              <a:ext uri="{FF2B5EF4-FFF2-40B4-BE49-F238E27FC236}">
                <a16:creationId xmlns:a16="http://schemas.microsoft.com/office/drawing/2014/main" id="{EF21C889-A42D-7ECD-6189-48F6199C523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33D6C85-1A5C-85A2-D47F-73050C49CB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920732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56DA96-DA53-0AED-0F58-E803782E3196}"/>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3" name="Footer Placeholder 2">
            <a:extLst>
              <a:ext uri="{FF2B5EF4-FFF2-40B4-BE49-F238E27FC236}">
                <a16:creationId xmlns:a16="http://schemas.microsoft.com/office/drawing/2014/main" id="{528408AC-42F9-A3E6-20C6-19B6AFB04FF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0579749-EC75-7164-FBE8-61C5FD951927}"/>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301235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BE5F6-B24D-5E61-DC38-DA3F87B34E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8B0E6B7-31E9-4177-5C1F-03A7DBD36C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910E19-657E-B541-E036-959BA41875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A2AEC1-909F-60C3-702B-6244A8A7DA9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C9E9E6BA-2E7B-3E57-2F0C-5F2FD17199B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9B71D75-64B2-1389-FADB-ED9520B8A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317443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262D-CF25-FD3A-5B0C-AFA7F0A7D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9C1E524-18D7-464E-3F34-14CBF4862E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E712348-99C4-F005-5D92-24A299F993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C898F6-D595-1FDE-2158-79E6686C822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D8E67F9F-625D-1107-9BCE-138B29817E1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ADC0215-9ED1-CB53-652D-46D93AD26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170034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DE86-64B7-9F0A-5001-6F43A0FA6BB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237D706-8AAA-2524-04BB-26C462420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618E778-061C-459E-CD0C-58DCA0CF7CCD}"/>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78AFE4EF-7849-CFF9-1385-7BDB42DF62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DA96F9-D0E3-05A9-C32F-CCFCFCE6E65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911948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D04E30-06E1-5212-4B6D-25886B9C37F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71C275C-3D2D-2452-9149-89BBE7CA6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C131ED-A5B2-3FF2-8E5C-283664ABEB81}"/>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A61C8846-9586-A23A-3D98-740B85ED21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D27319-B31F-9567-7E64-8BEAB1A3C6BF}"/>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0747698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279A75-0843-3E26-FA3D-7955B436DA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2FA1EE1-247A-E887-762B-4BC2DBFD3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3DF53D-E00E-7D7F-402F-506A960A97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EBB7DC96-5252-D529-FF28-16B0D99D0D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6F4C6E2-66C6-AF10-CC28-03DE3A9BB6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2EA575-0560-4EBC-AD65-A546BB5C4677}" type="slidenum">
              <a:rPr lang="en-IN" smtClean="0"/>
              <a:t>‹#›</a:t>
            </a:fld>
            <a:endParaRPr lang="en-IN"/>
          </a:p>
        </p:txBody>
      </p:sp>
    </p:spTree>
    <p:extLst>
      <p:ext uri="{BB962C8B-B14F-4D97-AF65-F5344CB8AC3E}">
        <p14:creationId xmlns:p14="http://schemas.microsoft.com/office/powerpoint/2010/main" val="4171529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hyperlink" Target="https://arxiv.org/abs/1711.05225" TargetMode="External"/><Relationship Id="rId2" Type="http://schemas.openxmlformats.org/officeDocument/2006/relationships/hyperlink" Target="https://doi.org/10.1038/nature21056"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FB14B-13FD-63D0-B558-FA2B9FA1B8F9}"/>
              </a:ext>
            </a:extLst>
          </p:cNvPr>
          <p:cNvSpPr>
            <a:spLocks noGrp="1"/>
          </p:cNvSpPr>
          <p:nvPr>
            <p:ph type="ctrTitle"/>
          </p:nvPr>
        </p:nvSpPr>
        <p:spPr>
          <a:xfrm>
            <a:off x="434715" y="2934586"/>
            <a:ext cx="11197651" cy="978194"/>
          </a:xfrm>
        </p:spPr>
        <p:txBody>
          <a:bodyPr>
            <a:normAutofit fontScale="90000"/>
          </a:bodyPr>
          <a:lstStyle/>
          <a:p>
            <a:r>
              <a:rPr lang="en-IN" dirty="0"/>
              <a:t>Disease Prediction Using Symptoms</a:t>
            </a:r>
          </a:p>
        </p:txBody>
      </p:sp>
      <p:sp>
        <p:nvSpPr>
          <p:cNvPr id="3" name="Subtitle 2">
            <a:extLst>
              <a:ext uri="{FF2B5EF4-FFF2-40B4-BE49-F238E27FC236}">
                <a16:creationId xmlns:a16="http://schemas.microsoft.com/office/drawing/2014/main" id="{33DAA6DE-3B6C-1A2F-6135-52EEA7D16507}"/>
              </a:ext>
            </a:extLst>
          </p:cNvPr>
          <p:cNvSpPr>
            <a:spLocks noGrp="1"/>
          </p:cNvSpPr>
          <p:nvPr>
            <p:ph type="subTitle" idx="1"/>
          </p:nvPr>
        </p:nvSpPr>
        <p:spPr>
          <a:xfrm>
            <a:off x="1077411" y="4890977"/>
            <a:ext cx="3239387" cy="1222744"/>
          </a:xfrm>
        </p:spPr>
        <p:txBody>
          <a:bodyPr/>
          <a:lstStyle/>
          <a:p>
            <a:r>
              <a:rPr lang="en-IN" dirty="0"/>
              <a:t>Submitted By:</a:t>
            </a:r>
            <a:br>
              <a:rPr lang="en-IN" dirty="0"/>
            </a:br>
            <a:r>
              <a:rPr lang="en-IN" dirty="0"/>
              <a:t>Lakshya Shekhawat</a:t>
            </a:r>
          </a:p>
          <a:p>
            <a:r>
              <a:rPr lang="en-IN" dirty="0"/>
              <a:t>2427030845</a:t>
            </a:r>
          </a:p>
        </p:txBody>
      </p:sp>
      <p:sp>
        <p:nvSpPr>
          <p:cNvPr id="4" name="Subtitle 2">
            <a:extLst>
              <a:ext uri="{FF2B5EF4-FFF2-40B4-BE49-F238E27FC236}">
                <a16:creationId xmlns:a16="http://schemas.microsoft.com/office/drawing/2014/main" id="{8265C3A1-7DE8-FF2B-D7D7-6CB2859C63C2}"/>
              </a:ext>
            </a:extLst>
          </p:cNvPr>
          <p:cNvSpPr txBox="1">
            <a:spLocks/>
          </p:cNvSpPr>
          <p:nvPr/>
        </p:nvSpPr>
        <p:spPr>
          <a:xfrm>
            <a:off x="7875203" y="4883885"/>
            <a:ext cx="3239386" cy="122274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dirty="0"/>
              <a:t>Supervised By:</a:t>
            </a:r>
            <a:br>
              <a:rPr lang="en-IN" dirty="0"/>
            </a:br>
            <a:r>
              <a:rPr lang="en-IN" dirty="0"/>
              <a:t>Dr. Anil Kumar</a:t>
            </a:r>
          </a:p>
          <a:p>
            <a:endParaRPr lang="en-IN" dirty="0"/>
          </a:p>
        </p:txBody>
      </p:sp>
      <p:pic>
        <p:nvPicPr>
          <p:cNvPr id="8" name="Picture 7" descr="A black and white text&#10;&#10;AI-generated content may be incorrect.">
            <a:extLst>
              <a:ext uri="{FF2B5EF4-FFF2-40B4-BE49-F238E27FC236}">
                <a16:creationId xmlns:a16="http://schemas.microsoft.com/office/drawing/2014/main" id="{2AD7126F-2B55-B457-37C9-C05FFDD4D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56" y="36039"/>
            <a:ext cx="4174039" cy="1222745"/>
          </a:xfrm>
          <a:prstGeom prst="rect">
            <a:avLst/>
          </a:prstGeom>
        </p:spPr>
      </p:pic>
      <p:sp>
        <p:nvSpPr>
          <p:cNvPr id="9" name="Title 1">
            <a:extLst>
              <a:ext uri="{FF2B5EF4-FFF2-40B4-BE49-F238E27FC236}">
                <a16:creationId xmlns:a16="http://schemas.microsoft.com/office/drawing/2014/main" id="{B8466A34-BD34-5DB1-EC2B-14EE0BD5593C}"/>
              </a:ext>
            </a:extLst>
          </p:cNvPr>
          <p:cNvSpPr txBox="1">
            <a:spLocks/>
          </p:cNvSpPr>
          <p:nvPr/>
        </p:nvSpPr>
        <p:spPr>
          <a:xfrm>
            <a:off x="1527542" y="1258784"/>
            <a:ext cx="9144000" cy="1112276"/>
          </a:xfrm>
          <a:prstGeom prst="rect">
            <a:avLst/>
          </a:prstGeom>
        </p:spPr>
        <p:txBody>
          <a:bodyPr vert="horz" lIns="91440" tIns="45720" rIns="91440" bIns="45720" rtlCol="0" anchor="b">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pPr>
            <a:r>
              <a:rPr lang="en-IN" sz="2800" b="1" dirty="0"/>
              <a:t>School of Computer Science and Engineering</a:t>
            </a:r>
          </a:p>
          <a:p>
            <a:pPr>
              <a:lnSpc>
                <a:spcPct val="150000"/>
              </a:lnSpc>
            </a:pPr>
            <a:r>
              <a:rPr lang="en-IN" sz="2800" b="1" dirty="0"/>
              <a:t>Department of Computer Science and Engineering</a:t>
            </a:r>
          </a:p>
        </p:txBody>
      </p:sp>
    </p:spTree>
    <p:extLst>
      <p:ext uri="{BB962C8B-B14F-4D97-AF65-F5344CB8AC3E}">
        <p14:creationId xmlns:p14="http://schemas.microsoft.com/office/powerpoint/2010/main" val="380237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61AEC-0C6A-CF04-A6F2-DE0426255114}"/>
              </a:ext>
            </a:extLst>
          </p:cNvPr>
          <p:cNvSpPr>
            <a:spLocks noGrp="1"/>
          </p:cNvSpPr>
          <p:nvPr>
            <p:ph type="title"/>
          </p:nvPr>
        </p:nvSpPr>
        <p:spPr/>
        <p:txBody>
          <a:bodyPr/>
          <a:lstStyle/>
          <a:p>
            <a:r>
              <a:rPr lang="en-IN" dirty="0"/>
              <a:t>Outline</a:t>
            </a:r>
          </a:p>
        </p:txBody>
      </p:sp>
      <p:sp>
        <p:nvSpPr>
          <p:cNvPr id="3" name="Content Placeholder 2">
            <a:extLst>
              <a:ext uri="{FF2B5EF4-FFF2-40B4-BE49-F238E27FC236}">
                <a16:creationId xmlns:a16="http://schemas.microsoft.com/office/drawing/2014/main" id="{8E86A8CF-2937-6FE2-6F8A-377D2DF1D643}"/>
              </a:ext>
            </a:extLst>
          </p:cNvPr>
          <p:cNvSpPr>
            <a:spLocks noGrp="1"/>
          </p:cNvSpPr>
          <p:nvPr>
            <p:ph idx="1"/>
          </p:nvPr>
        </p:nvSpPr>
        <p:spPr/>
        <p:txBody>
          <a:bodyPr/>
          <a:lstStyle/>
          <a:p>
            <a:pPr>
              <a:buFont typeface="Wingdings" panose="05000000000000000000" pitchFamily="2" charset="2"/>
              <a:buChar char="v"/>
            </a:pPr>
            <a:r>
              <a:rPr lang="en-IN" dirty="0"/>
              <a:t>Introduction</a:t>
            </a:r>
          </a:p>
          <a:p>
            <a:pPr>
              <a:buFont typeface="Wingdings" panose="05000000000000000000" pitchFamily="2" charset="2"/>
              <a:buChar char="v"/>
            </a:pPr>
            <a:r>
              <a:rPr lang="en-IN" dirty="0"/>
              <a:t>Literature Review</a:t>
            </a:r>
          </a:p>
          <a:p>
            <a:pPr>
              <a:buFont typeface="Wingdings" panose="05000000000000000000" pitchFamily="2" charset="2"/>
              <a:buChar char="v"/>
            </a:pPr>
            <a:r>
              <a:rPr lang="en-IN" dirty="0"/>
              <a:t>Problem Statement</a:t>
            </a:r>
          </a:p>
          <a:p>
            <a:pPr>
              <a:buFont typeface="Wingdings" panose="05000000000000000000" pitchFamily="2" charset="2"/>
              <a:buChar char="v"/>
            </a:pPr>
            <a:r>
              <a:rPr lang="en-IN" dirty="0"/>
              <a:t>Proposed Solution</a:t>
            </a:r>
          </a:p>
          <a:p>
            <a:pPr>
              <a:buFont typeface="Wingdings" panose="05000000000000000000" pitchFamily="2" charset="2"/>
              <a:buChar char="v"/>
            </a:pPr>
            <a:r>
              <a:rPr lang="en-IN" dirty="0"/>
              <a:t>Objectives</a:t>
            </a:r>
          </a:p>
          <a:p>
            <a:pPr>
              <a:buFont typeface="Wingdings" panose="05000000000000000000" pitchFamily="2" charset="2"/>
              <a:buChar char="v"/>
            </a:pPr>
            <a:r>
              <a:rPr lang="en-IN" dirty="0"/>
              <a:t>Results</a:t>
            </a:r>
          </a:p>
          <a:p>
            <a:pPr>
              <a:buFont typeface="Wingdings" panose="05000000000000000000" pitchFamily="2" charset="2"/>
              <a:buChar char="v"/>
            </a:pPr>
            <a:endParaRPr lang="en-IN" dirty="0"/>
          </a:p>
        </p:txBody>
      </p:sp>
    </p:spTree>
    <p:extLst>
      <p:ext uri="{BB962C8B-B14F-4D97-AF65-F5344CB8AC3E}">
        <p14:creationId xmlns:p14="http://schemas.microsoft.com/office/powerpoint/2010/main" val="4047219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A96B-B72E-0C72-F61B-C99183D10D26}"/>
              </a:ext>
            </a:extLst>
          </p:cNvPr>
          <p:cNvSpPr>
            <a:spLocks noGrp="1"/>
          </p:cNvSpPr>
          <p:nvPr>
            <p:ph type="title"/>
          </p:nvPr>
        </p:nvSpPr>
        <p:spPr/>
        <p:txBody>
          <a:bodyPr/>
          <a:lstStyle/>
          <a:p>
            <a:r>
              <a:rPr lang="en-IN" dirty="0"/>
              <a:t>Introduction</a:t>
            </a:r>
          </a:p>
        </p:txBody>
      </p:sp>
      <p:sp>
        <p:nvSpPr>
          <p:cNvPr id="3" name="Content Placeholder 2">
            <a:extLst>
              <a:ext uri="{FF2B5EF4-FFF2-40B4-BE49-F238E27FC236}">
                <a16:creationId xmlns:a16="http://schemas.microsoft.com/office/drawing/2014/main" id="{E031CBD1-1236-BD10-F9B4-E2675BA38ED1}"/>
              </a:ext>
            </a:extLst>
          </p:cNvPr>
          <p:cNvSpPr>
            <a:spLocks noGrp="1"/>
          </p:cNvSpPr>
          <p:nvPr>
            <p:ph idx="1"/>
          </p:nvPr>
        </p:nvSpPr>
        <p:spPr>
          <a:xfrm>
            <a:off x="539646" y="1963711"/>
            <a:ext cx="10814154" cy="3897444"/>
          </a:xfrm>
        </p:spPr>
        <p:txBody>
          <a:bodyPr>
            <a:normAutofit/>
          </a:bodyPr>
          <a:lstStyle/>
          <a:p>
            <a:r>
              <a:rPr lang="en-US" dirty="0"/>
              <a:t>Healthcare decision-making often begins with the identification of symptoms, yet interpreting symptoms accurately without medical expertise can be challenging. Many diseases share common symptoms such as fever, fatigue, headache, nausea, and body pain, which makes early self-diagnosis confusing and sometimes misleading. With the rapid advancement of Artificial Intelligence and Machine Learning, it has become possible to develop intelligent systems that can analyze symptom patterns and predict potential diseases efficiently.</a:t>
            </a:r>
          </a:p>
        </p:txBody>
      </p:sp>
    </p:spTree>
    <p:extLst>
      <p:ext uri="{BB962C8B-B14F-4D97-AF65-F5344CB8AC3E}">
        <p14:creationId xmlns:p14="http://schemas.microsoft.com/office/powerpoint/2010/main" val="287897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312032-6A97-0E59-BD05-B62A82056ABB}"/>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055F723-13E1-2B56-0959-7896CAD59490}"/>
              </a:ext>
            </a:extLst>
          </p:cNvPr>
          <p:cNvSpPr>
            <a:spLocks noGrp="1"/>
          </p:cNvSpPr>
          <p:nvPr>
            <p:ph idx="1"/>
          </p:nvPr>
        </p:nvSpPr>
        <p:spPr>
          <a:xfrm>
            <a:off x="149902" y="1825625"/>
            <a:ext cx="11203898" cy="4874978"/>
          </a:xfrm>
        </p:spPr>
        <p:txBody>
          <a:bodyPr>
            <a:normAutofit fontScale="92500"/>
          </a:bodyPr>
          <a:lstStyle/>
          <a:p>
            <a:r>
              <a:rPr lang="en-US" dirty="0"/>
              <a:t>This project, </a:t>
            </a:r>
            <a:r>
              <a:rPr lang="en-US" b="1" dirty="0"/>
              <a:t>“Disease Prediction from Symptoms using Machine Learning,”</a:t>
            </a:r>
            <a:r>
              <a:rPr lang="en-US" dirty="0"/>
              <a:t> focuses on building a predictive system that classifies diseases based on user-selected symptoms. The system uses a TF-IDF vectorization technique to convert textual symptom inputs into numerical features and applies a Random Forest classifier to perform multi-class disease prediction. By leveraging a real-world medical dataset, the model learns patterns between symptom combinations and disease outcomes.</a:t>
            </a:r>
          </a:p>
          <a:p>
            <a:r>
              <a:rPr lang="en-US" dirty="0"/>
              <a:t>The objective of this project is to provide a quick, data-driven preliminary health assessment tool that can assist users in understanding possible medical conditions. Although it does not replace professional medical diagnosis, it demonstrates how machine learning can be applied in healthcare for early awareness and intelligent decision support.</a:t>
            </a:r>
          </a:p>
          <a:p>
            <a:endParaRPr lang="en-US" dirty="0"/>
          </a:p>
        </p:txBody>
      </p:sp>
    </p:spTree>
    <p:extLst>
      <p:ext uri="{BB962C8B-B14F-4D97-AF65-F5344CB8AC3E}">
        <p14:creationId xmlns:p14="http://schemas.microsoft.com/office/powerpoint/2010/main" val="21601627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5647D-9B85-4135-FDC8-4412998CA206}"/>
              </a:ext>
            </a:extLst>
          </p:cNvPr>
          <p:cNvSpPr>
            <a:spLocks noGrp="1"/>
          </p:cNvSpPr>
          <p:nvPr>
            <p:ph type="title"/>
          </p:nvPr>
        </p:nvSpPr>
        <p:spPr/>
        <p:txBody>
          <a:bodyPr/>
          <a:lstStyle/>
          <a:p>
            <a:r>
              <a:rPr lang="en-IN" dirty="0"/>
              <a:t>Literature Review</a:t>
            </a:r>
          </a:p>
        </p:txBody>
      </p:sp>
      <p:sp>
        <p:nvSpPr>
          <p:cNvPr id="3" name="Content Placeholder 2">
            <a:extLst>
              <a:ext uri="{FF2B5EF4-FFF2-40B4-BE49-F238E27FC236}">
                <a16:creationId xmlns:a16="http://schemas.microsoft.com/office/drawing/2014/main" id="{7485F665-7E3B-0A75-0EE5-8FA0D35D261D}"/>
              </a:ext>
            </a:extLst>
          </p:cNvPr>
          <p:cNvSpPr>
            <a:spLocks noGrp="1"/>
          </p:cNvSpPr>
          <p:nvPr>
            <p:ph idx="1"/>
          </p:nvPr>
        </p:nvSpPr>
        <p:spPr>
          <a:xfrm>
            <a:off x="0" y="1825624"/>
            <a:ext cx="11707318" cy="5032375"/>
          </a:xfrm>
        </p:spPr>
        <p:txBody>
          <a:bodyPr>
            <a:normAutofit fontScale="92500" lnSpcReduction="10000"/>
          </a:bodyPr>
          <a:lstStyle/>
          <a:p>
            <a:r>
              <a:rPr lang="en-US" dirty="0"/>
              <a:t>Recent advancements in Machine Learning (ML) and Artificial Intelligence (AI) have significantly improved disease prediction systems based on symptom analysis. Several research studies have explored classification algorithms such as Decision Trees, Naïve Bayes, Support Vector Machines (SVM), Random Forest, and Neural Networks for medical diagnosis tasks. These models analyze symptom combinations to predict diseases with improved accuracy compared to traditional rule-based systems.</a:t>
            </a:r>
          </a:p>
          <a:p>
            <a:r>
              <a:rPr lang="en-US" dirty="0"/>
              <a:t>Early disease prediction systems relied heavily on rule-based expert systems, where predefined medical rules were used to match symptoms with diseases. However, these systems lacked adaptability and failed to learn from new data. With the introduction of supervised machine learning techniques, models became capable of learning complex patterns from large medical datasets. Among these techniques, Random Forest has shown strong performance in multi-class classification problems due to its ensemble learning approach and reduced risk of overfitting.</a:t>
            </a:r>
          </a:p>
        </p:txBody>
      </p:sp>
    </p:spTree>
    <p:extLst>
      <p:ext uri="{BB962C8B-B14F-4D97-AF65-F5344CB8AC3E}">
        <p14:creationId xmlns:p14="http://schemas.microsoft.com/office/powerpoint/2010/main" val="310308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CF5F2-C655-ECBA-32C3-215013F0BFF5}"/>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D121273B-5C40-5ABB-F08B-043C6D38B29F}"/>
              </a:ext>
            </a:extLst>
          </p:cNvPr>
          <p:cNvSpPr>
            <a:spLocks noGrp="1"/>
          </p:cNvSpPr>
          <p:nvPr>
            <p:ph idx="1"/>
          </p:nvPr>
        </p:nvSpPr>
        <p:spPr>
          <a:xfrm>
            <a:off x="838200" y="1825625"/>
            <a:ext cx="10515600" cy="4874978"/>
          </a:xfrm>
        </p:spPr>
        <p:txBody>
          <a:bodyPr>
            <a:normAutofit/>
          </a:bodyPr>
          <a:lstStyle/>
          <a:p>
            <a:r>
              <a:rPr lang="en-US" dirty="0"/>
              <a:t>Recent studies have also applied Natural Language Processing (NLP) techniques such as TF-IDF vectorization to convert textual symptom descriptions into numerical representations. This allows models to handle real-world symptom inputs instead of only structured binary data. Comparative research indicates that combining TF-IDF with classification algorithms significantly improves prediction performance in text-based medical datasets.</a:t>
            </a:r>
          </a:p>
          <a:p>
            <a:r>
              <a:rPr lang="en-US" dirty="0"/>
              <a:t>Additionally, several commercial symptom checker applications and online healthcare platforms utilize machine learning models to provide preliminary diagnosis suggestions. However, many of these systems are proprietary and lack transparency in their methodology.</a:t>
            </a:r>
          </a:p>
          <a:p>
            <a:endParaRPr lang="en-US" dirty="0"/>
          </a:p>
        </p:txBody>
      </p:sp>
    </p:spTree>
    <p:extLst>
      <p:ext uri="{BB962C8B-B14F-4D97-AF65-F5344CB8AC3E}">
        <p14:creationId xmlns:p14="http://schemas.microsoft.com/office/powerpoint/2010/main" val="22957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DACD2-B760-8774-C169-B05947CB127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F241E800-2A1B-5480-C8C2-478C5AEEC024}"/>
              </a:ext>
            </a:extLst>
          </p:cNvPr>
          <p:cNvSpPr>
            <a:spLocks noGrp="1"/>
          </p:cNvSpPr>
          <p:nvPr>
            <p:ph idx="1"/>
          </p:nvPr>
        </p:nvSpPr>
        <p:spPr/>
        <p:txBody>
          <a:bodyPr/>
          <a:lstStyle/>
          <a:p>
            <a:r>
              <a:rPr lang="en-US" dirty="0"/>
              <a:t>The reviewed literature demonstrates that ML-based disease prediction systems provide faster, scalable, and data-driven diagnostic support. Inspired by these approaches, this project implements TF-IDF vectorization with a Random Forest classifier to predict diseases based on symptom inputs, contributing to the growing application of AI in healthcare.</a:t>
            </a:r>
          </a:p>
          <a:p>
            <a:endParaRPr lang="en-US" dirty="0"/>
          </a:p>
        </p:txBody>
      </p:sp>
    </p:spTree>
    <p:extLst>
      <p:ext uri="{BB962C8B-B14F-4D97-AF65-F5344CB8AC3E}">
        <p14:creationId xmlns:p14="http://schemas.microsoft.com/office/powerpoint/2010/main" val="11501578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1533-4BE1-DF5E-D485-BD167C2BD85D}"/>
              </a:ext>
            </a:extLst>
          </p:cNvPr>
          <p:cNvSpPr>
            <a:spLocks noGrp="1"/>
          </p:cNvSpPr>
          <p:nvPr>
            <p:ph type="title"/>
          </p:nvPr>
        </p:nvSpPr>
        <p:spPr/>
        <p:txBody>
          <a:bodyPr/>
          <a:lstStyle/>
          <a:p>
            <a:r>
              <a:rPr lang="en-IN" dirty="0"/>
              <a:t>Problem Statement</a:t>
            </a:r>
          </a:p>
        </p:txBody>
      </p:sp>
      <p:sp>
        <p:nvSpPr>
          <p:cNvPr id="3" name="Content Placeholder 2">
            <a:extLst>
              <a:ext uri="{FF2B5EF4-FFF2-40B4-BE49-F238E27FC236}">
                <a16:creationId xmlns:a16="http://schemas.microsoft.com/office/drawing/2014/main" id="{CB024CC5-00AF-876C-F7CA-146754384CB0}"/>
              </a:ext>
            </a:extLst>
          </p:cNvPr>
          <p:cNvSpPr>
            <a:spLocks noGrp="1"/>
          </p:cNvSpPr>
          <p:nvPr>
            <p:ph idx="1"/>
          </p:nvPr>
        </p:nvSpPr>
        <p:spPr/>
        <p:txBody>
          <a:bodyPr/>
          <a:lstStyle/>
          <a:p>
            <a:r>
              <a:rPr lang="en-US" dirty="0"/>
              <a:t>Accurately identifying diseases based on symptoms is challenging due to overlapping and similar symptom patterns.</a:t>
            </a:r>
            <a:br>
              <a:rPr lang="en-US" dirty="0"/>
            </a:br>
            <a:r>
              <a:rPr lang="en-US" dirty="0"/>
              <a:t>A machine learning–based system is needed to analyze symptoms and predict potential diseases efficiently.</a:t>
            </a:r>
          </a:p>
        </p:txBody>
      </p:sp>
    </p:spTree>
    <p:extLst>
      <p:ext uri="{BB962C8B-B14F-4D97-AF65-F5344CB8AC3E}">
        <p14:creationId xmlns:p14="http://schemas.microsoft.com/office/powerpoint/2010/main" val="23747078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6CBD-FC59-BE59-2070-B5315E2C8921}"/>
              </a:ext>
            </a:extLst>
          </p:cNvPr>
          <p:cNvSpPr>
            <a:spLocks noGrp="1"/>
          </p:cNvSpPr>
          <p:nvPr>
            <p:ph type="title"/>
          </p:nvPr>
        </p:nvSpPr>
        <p:spPr/>
        <p:txBody>
          <a:bodyPr/>
          <a:lstStyle/>
          <a:p>
            <a:r>
              <a:rPr lang="en-IN" dirty="0"/>
              <a:t>Objectives</a:t>
            </a:r>
          </a:p>
        </p:txBody>
      </p:sp>
      <p:sp>
        <p:nvSpPr>
          <p:cNvPr id="3" name="Content Placeholder 2">
            <a:extLst>
              <a:ext uri="{FF2B5EF4-FFF2-40B4-BE49-F238E27FC236}">
                <a16:creationId xmlns:a16="http://schemas.microsoft.com/office/drawing/2014/main" id="{CE3E25AA-71BA-D0F6-3993-32491BD06DD7}"/>
              </a:ext>
            </a:extLst>
          </p:cNvPr>
          <p:cNvSpPr>
            <a:spLocks noGrp="1"/>
          </p:cNvSpPr>
          <p:nvPr>
            <p:ph idx="1"/>
          </p:nvPr>
        </p:nvSpPr>
        <p:spPr>
          <a:xfrm>
            <a:off x="838200" y="1870595"/>
            <a:ext cx="10515600" cy="4351338"/>
          </a:xfrm>
        </p:spPr>
        <p:txBody>
          <a:bodyPr/>
          <a:lstStyle/>
          <a:p>
            <a:r>
              <a:rPr lang="en-US" dirty="0"/>
              <a:t>To develop a machine learning model that predicts diseases based on symptom inputs.</a:t>
            </a:r>
          </a:p>
          <a:p>
            <a:r>
              <a:rPr lang="en-US" dirty="0"/>
              <a:t>To implement TF-IDF vectorization for converting textual symptoms into numerical features.</a:t>
            </a:r>
          </a:p>
          <a:p>
            <a:r>
              <a:rPr lang="en-US" dirty="0"/>
              <a:t>To design a user-friendly web interface for real-time disease prediction.</a:t>
            </a:r>
          </a:p>
          <a:p>
            <a:r>
              <a:rPr lang="en-US" dirty="0"/>
              <a:t>To evaluate and improve model accuracy using a real-world medical dataset.</a:t>
            </a:r>
            <a:endParaRPr lang="en-IN" dirty="0"/>
          </a:p>
        </p:txBody>
      </p:sp>
    </p:spTree>
    <p:extLst>
      <p:ext uri="{BB962C8B-B14F-4D97-AF65-F5344CB8AC3E}">
        <p14:creationId xmlns:p14="http://schemas.microsoft.com/office/powerpoint/2010/main" val="35470978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2C796-D371-7EE6-056A-4956DC25840D}"/>
              </a:ext>
            </a:extLst>
          </p:cNvPr>
          <p:cNvSpPr>
            <a:spLocks noGrp="1"/>
          </p:cNvSpPr>
          <p:nvPr>
            <p:ph type="title"/>
          </p:nvPr>
        </p:nvSpPr>
        <p:spPr/>
        <p:txBody>
          <a:bodyPr/>
          <a:lstStyle/>
          <a:p>
            <a:r>
              <a:rPr lang="en-IN" dirty="0"/>
              <a:t>Proposed Methodology (4 slides)</a:t>
            </a:r>
          </a:p>
        </p:txBody>
      </p:sp>
      <p:sp>
        <p:nvSpPr>
          <p:cNvPr id="3" name="Content Placeholder 2">
            <a:extLst>
              <a:ext uri="{FF2B5EF4-FFF2-40B4-BE49-F238E27FC236}">
                <a16:creationId xmlns:a16="http://schemas.microsoft.com/office/drawing/2014/main" id="{F7E7EF98-E6AD-70D5-2BE9-3A859F15DFF4}"/>
              </a:ext>
            </a:extLst>
          </p:cNvPr>
          <p:cNvSpPr>
            <a:spLocks noGrp="1"/>
          </p:cNvSpPr>
          <p:nvPr>
            <p:ph idx="1"/>
          </p:nvPr>
        </p:nvSpPr>
        <p:spPr>
          <a:xfrm>
            <a:off x="0" y="1825624"/>
            <a:ext cx="12192000" cy="5032375"/>
          </a:xfrm>
        </p:spPr>
        <p:txBody>
          <a:bodyPr>
            <a:normAutofit fontScale="92500"/>
          </a:bodyPr>
          <a:lstStyle/>
          <a:p>
            <a:r>
              <a:rPr lang="en-US" dirty="0"/>
              <a:t>The proposed system for disease prediction from symptoms follows a structured machine learning workflow consisting of data preprocessing, feature extraction, model training, evaluation, and deployment. The objective is to develop a reliable classification model that predicts diseases based solely on symptom inputs.</a:t>
            </a:r>
          </a:p>
          <a:p>
            <a:r>
              <a:rPr lang="en-US" dirty="0"/>
              <a:t>The first step involves </a:t>
            </a:r>
            <a:r>
              <a:rPr lang="en-US" b="1" dirty="0"/>
              <a:t>data collection and preprocessing</a:t>
            </a:r>
            <a:r>
              <a:rPr lang="en-US" dirty="0"/>
              <a:t>. A real-world medical dataset containing disease labels and multiple symptom columns is used. Since datasets may contain missing values, initial cleaning is performed by replacing null entries with empty strings. All symptom columns are identified and combined into a single textual feature representing the overall symptom description of a patient. This ensures that the model can analyze the full combination of symptoms rather than treating them independently. The disease column is then encoded using Label Encoding to convert categorical disease names into numerical labels suitable for machine learning algorithms.</a:t>
            </a:r>
          </a:p>
        </p:txBody>
      </p:sp>
    </p:spTree>
    <p:extLst>
      <p:ext uri="{BB962C8B-B14F-4D97-AF65-F5344CB8AC3E}">
        <p14:creationId xmlns:p14="http://schemas.microsoft.com/office/powerpoint/2010/main" val="107772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BF56A9-195B-9B6D-7110-EDAC67CA9371}"/>
              </a:ext>
            </a:extLst>
          </p:cNvPr>
          <p:cNvSpPr>
            <a:spLocks noGrp="1"/>
          </p:cNvSpPr>
          <p:nvPr>
            <p:ph type="title"/>
          </p:nvPr>
        </p:nvSpPr>
        <p:spPr/>
        <p:txBody>
          <a:bodyPr/>
          <a:lstStyle/>
          <a:p>
            <a:endParaRPr lang="en-US" dirty="0"/>
          </a:p>
        </p:txBody>
      </p:sp>
      <p:sp>
        <p:nvSpPr>
          <p:cNvPr id="3" name="Content Placeholder 2">
            <a:extLst>
              <a:ext uri="{FF2B5EF4-FFF2-40B4-BE49-F238E27FC236}">
                <a16:creationId xmlns:a16="http://schemas.microsoft.com/office/drawing/2014/main" id="{C4AB9521-A1B1-ACA1-9E90-60F561D6B874}"/>
              </a:ext>
            </a:extLst>
          </p:cNvPr>
          <p:cNvSpPr>
            <a:spLocks noGrp="1"/>
          </p:cNvSpPr>
          <p:nvPr>
            <p:ph idx="1"/>
          </p:nvPr>
        </p:nvSpPr>
        <p:spPr>
          <a:xfrm>
            <a:off x="0" y="1825624"/>
            <a:ext cx="12192000" cy="5032375"/>
          </a:xfrm>
        </p:spPr>
        <p:txBody>
          <a:bodyPr>
            <a:normAutofit fontScale="92500" lnSpcReduction="10000"/>
          </a:bodyPr>
          <a:lstStyle/>
          <a:p>
            <a:r>
              <a:rPr lang="en-US" dirty="0"/>
              <a:t>The third step is </a:t>
            </a:r>
            <a:r>
              <a:rPr lang="en-US" b="1" dirty="0"/>
              <a:t>model development and training</a:t>
            </a:r>
            <a:r>
              <a:rPr lang="en-US" dirty="0"/>
              <a:t>. A Random Forest Classifier is used for multi-class disease prediction. Random Forest is an ensemble learning algorithm that constructs multiple decision trees and combines their predictions using majority voting. This approach improves accuracy and reduces overfitting compared to single decision tree models. The dataset is divided into training and testing sets using an 80:20 split to evaluate model generalization performance. The model is trained on the training data and then tested on unseen data to compute accuracy.</a:t>
            </a:r>
          </a:p>
          <a:p>
            <a:r>
              <a:rPr lang="en-US" dirty="0"/>
              <a:t>The fourth step involves </a:t>
            </a:r>
            <a:r>
              <a:rPr lang="en-US" b="1" dirty="0"/>
              <a:t>model evaluation</a:t>
            </a:r>
            <a:r>
              <a:rPr lang="en-US" dirty="0"/>
              <a:t>. Performance is measured using accuracy metrics to determine how effectively the model predicts disease classes. If necessary, hyperparameters such as the number of trees can be adjusted to optimize performance. Once satisfactory accuracy is achieved, the trained model is saved using </a:t>
            </a:r>
            <a:r>
              <a:rPr lang="en-US" dirty="0" err="1"/>
              <a:t>joblib</a:t>
            </a:r>
            <a:r>
              <a:rPr lang="en-US" dirty="0"/>
              <a:t> in a serialized .</a:t>
            </a:r>
            <a:r>
              <a:rPr lang="en-US" dirty="0" err="1"/>
              <a:t>pkl</a:t>
            </a:r>
            <a:r>
              <a:rPr lang="en-US" dirty="0"/>
              <a:t> format, allowing it to be reused without retraining.</a:t>
            </a:r>
          </a:p>
          <a:p>
            <a:pPr marL="0" indent="0">
              <a:buNone/>
            </a:pPr>
            <a:endParaRPr lang="en-US" dirty="0"/>
          </a:p>
        </p:txBody>
      </p:sp>
    </p:spTree>
    <p:extLst>
      <p:ext uri="{BB962C8B-B14F-4D97-AF65-F5344CB8AC3E}">
        <p14:creationId xmlns:p14="http://schemas.microsoft.com/office/powerpoint/2010/main" val="12367333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28C5B4-3B81-F0D7-9CFB-0CBB70284FD3}"/>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85D8E281-5E19-82C8-78B0-3D5AFC0FF301}"/>
              </a:ext>
            </a:extLst>
          </p:cNvPr>
          <p:cNvSpPr>
            <a:spLocks noGrp="1"/>
          </p:cNvSpPr>
          <p:nvPr>
            <p:ph idx="1"/>
          </p:nvPr>
        </p:nvSpPr>
        <p:spPr>
          <a:xfrm>
            <a:off x="0" y="1825624"/>
            <a:ext cx="12192000" cy="5032375"/>
          </a:xfrm>
        </p:spPr>
        <p:txBody>
          <a:bodyPr>
            <a:normAutofit/>
          </a:bodyPr>
          <a:lstStyle/>
          <a:p>
            <a:r>
              <a:rPr lang="en-US" dirty="0"/>
              <a:t>The final step is </a:t>
            </a:r>
            <a:r>
              <a:rPr lang="en-US" b="1" dirty="0"/>
              <a:t>deployment using </a:t>
            </a:r>
            <a:r>
              <a:rPr lang="en-US" b="1" dirty="0" err="1"/>
              <a:t>Streamlit</a:t>
            </a:r>
            <a:r>
              <a:rPr lang="en-US" dirty="0"/>
              <a:t>. A web-based user interface is developed where users select symptoms from dropdown menus. The selected symptoms are combined into a single input string, processed using the trained TF-IDF model, and passed into the Random Forest classifier for prediction. The predicted disease and model confidence score are displayed in real time.</a:t>
            </a:r>
          </a:p>
          <a:p>
            <a:r>
              <a:rPr lang="en-US" dirty="0"/>
              <a:t>This methodology ensures a systematic pipeline from raw symptom data to a deployable predictive application, demonstrating the practical application of machine learning in healthcare diagnostics.</a:t>
            </a:r>
          </a:p>
        </p:txBody>
      </p:sp>
    </p:spTree>
    <p:extLst>
      <p:ext uri="{BB962C8B-B14F-4D97-AF65-F5344CB8AC3E}">
        <p14:creationId xmlns:p14="http://schemas.microsoft.com/office/powerpoint/2010/main" val="30114121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47C9FAE-C685-2942-D3D4-216A6AC18B66}"/>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914257E-1E2A-4AC7-89EC-1FB65C9C0A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Freeform: Shape 11">
            <a:extLst>
              <a:ext uri="{FF2B5EF4-FFF2-40B4-BE49-F238E27FC236}">
                <a16:creationId xmlns:a16="http://schemas.microsoft.com/office/drawing/2014/main" id="{03E1C8F1-97F5-489C-8308-958F096572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1269336" cy="2008639"/>
          </a:xfrm>
          <a:custGeom>
            <a:avLst/>
            <a:gdLst>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174645 w 11269336"/>
              <a:gd name="connsiteY140" fmla="*/ 2088358 h 2323145"/>
              <a:gd name="connsiteX141" fmla="*/ 5092476 w 11269336"/>
              <a:gd name="connsiteY141" fmla="*/ 2100737 h 2323145"/>
              <a:gd name="connsiteX142" fmla="*/ 5060738 w 11269336"/>
              <a:gd name="connsiteY142" fmla="*/ 2083274 h 2323145"/>
              <a:gd name="connsiteX143" fmla="*/ 4860988 w 11269336"/>
              <a:gd name="connsiteY143" fmla="*/ 2135698 h 2323145"/>
              <a:gd name="connsiteX144" fmla="*/ 4807902 w 11269336"/>
              <a:gd name="connsiteY144" fmla="*/ 2138894 h 2323145"/>
              <a:gd name="connsiteX145" fmla="*/ 4765388 w 11269336"/>
              <a:gd name="connsiteY145" fmla="*/ 2162525 h 2323145"/>
              <a:gd name="connsiteX146" fmla="*/ 4745033 w 11269336"/>
              <a:gd name="connsiteY146" fmla="*/ 2158859 h 2323145"/>
              <a:gd name="connsiteX147" fmla="*/ 4741475 w 11269336"/>
              <a:gd name="connsiteY147" fmla="*/ 2157998 h 2323145"/>
              <a:gd name="connsiteX148" fmla="*/ 4728247 w 11269336"/>
              <a:gd name="connsiteY148" fmla="*/ 2159526 h 2323145"/>
              <a:gd name="connsiteX149" fmla="*/ 4723263 w 11269336"/>
              <a:gd name="connsiteY149" fmla="*/ 2153742 h 2323145"/>
              <a:gd name="connsiteX150" fmla="*/ 4702453 w 11269336"/>
              <a:gd name="connsiteY150" fmla="*/ 2151586 h 2323145"/>
              <a:gd name="connsiteX151" fmla="*/ 4678455 w 11269336"/>
              <a:gd name="connsiteY151" fmla="*/ 2156131 h 2323145"/>
              <a:gd name="connsiteX152" fmla="*/ 4593061 w 11269336"/>
              <a:gd name="connsiteY152" fmla="*/ 2171597 h 2323145"/>
              <a:gd name="connsiteX153" fmla="*/ 4579902 w 11269336"/>
              <a:gd name="connsiteY153" fmla="*/ 2177927 h 2323145"/>
              <a:gd name="connsiteX154" fmla="*/ 4533444 w 11269336"/>
              <a:gd name="connsiteY154" fmla="*/ 2181200 h 2323145"/>
              <a:gd name="connsiteX155" fmla="*/ 4492832 w 11269336"/>
              <a:gd name="connsiteY155" fmla="*/ 2188033 h 2323145"/>
              <a:gd name="connsiteX156" fmla="*/ 4467257 w 11269336"/>
              <a:gd name="connsiteY156" fmla="*/ 2196121 h 2323145"/>
              <a:gd name="connsiteX157" fmla="*/ 4459937 w 11269336"/>
              <a:gd name="connsiteY157" fmla="*/ 2195182 h 2323145"/>
              <a:gd name="connsiteX158" fmla="*/ 4433312 w 11269336"/>
              <a:gd name="connsiteY158" fmla="*/ 2199004 h 2323145"/>
              <a:gd name="connsiteX159" fmla="*/ 4420601 w 11269336"/>
              <a:gd name="connsiteY159" fmla="*/ 2205158 h 2323145"/>
              <a:gd name="connsiteX160" fmla="*/ 4405765 w 11269336"/>
              <a:gd name="connsiteY160" fmla="*/ 2199902 h 2323145"/>
              <a:gd name="connsiteX161" fmla="*/ 4401354 w 11269336"/>
              <a:gd name="connsiteY161" fmla="*/ 2194745 h 2323145"/>
              <a:gd name="connsiteX162" fmla="*/ 4383151 w 11269336"/>
              <a:gd name="connsiteY162" fmla="*/ 2201140 h 2323145"/>
              <a:gd name="connsiteX163" fmla="*/ 4366646 w 11269336"/>
              <a:gd name="connsiteY163" fmla="*/ 2198564 h 2323145"/>
              <a:gd name="connsiteX164" fmla="*/ 4354009 w 11269336"/>
              <a:gd name="connsiteY164" fmla="*/ 2204984 h 2323145"/>
              <a:gd name="connsiteX165" fmla="*/ 4348284 w 11269336"/>
              <a:gd name="connsiteY165" fmla="*/ 2205270 h 2323145"/>
              <a:gd name="connsiteX166" fmla="*/ 4333906 w 11269336"/>
              <a:gd name="connsiteY166" fmla="*/ 2205251 h 2323145"/>
              <a:gd name="connsiteX167" fmla="*/ 4308819 w 11269336"/>
              <a:gd name="connsiteY167" fmla="*/ 2203822 h 2323145"/>
              <a:gd name="connsiteX168" fmla="*/ 4301210 w 11269336"/>
              <a:gd name="connsiteY168" fmla="*/ 2204456 h 2323145"/>
              <a:gd name="connsiteX169" fmla="*/ 4283095 w 11269336"/>
              <a:gd name="connsiteY169" fmla="*/ 2198177 h 2323145"/>
              <a:gd name="connsiteX170" fmla="*/ 4250119 w 11269336"/>
              <a:gd name="connsiteY170" fmla="*/ 2196342 h 2323145"/>
              <a:gd name="connsiteX171" fmla="*/ 4189203 w 11269336"/>
              <a:gd name="connsiteY171" fmla="*/ 2178994 h 2323145"/>
              <a:gd name="connsiteX172" fmla="*/ 4154035 w 11269336"/>
              <a:gd name="connsiteY172" fmla="*/ 2171950 h 2323145"/>
              <a:gd name="connsiteX173" fmla="*/ 4129569 w 11269336"/>
              <a:gd name="connsiteY173" fmla="*/ 2163850 h 2323145"/>
              <a:gd name="connsiteX174" fmla="*/ 4061250 w 11269336"/>
              <a:gd name="connsiteY174" fmla="*/ 2159236 h 2323145"/>
              <a:gd name="connsiteX175" fmla="*/ 3945480 w 11269336"/>
              <a:gd name="connsiteY175" fmla="*/ 2158279 h 2323145"/>
              <a:gd name="connsiteX176" fmla="*/ 3921468 w 11269336"/>
              <a:gd name="connsiteY176" fmla="*/ 2156588 h 2323145"/>
              <a:gd name="connsiteX177" fmla="*/ 3903348 w 11269336"/>
              <a:gd name="connsiteY177" fmla="*/ 2149220 h 2323145"/>
              <a:gd name="connsiteX178" fmla="*/ 3901342 w 11269336"/>
              <a:gd name="connsiteY178" fmla="*/ 2142355 h 2323145"/>
              <a:gd name="connsiteX179" fmla="*/ 3888539 w 11269336"/>
              <a:gd name="connsiteY179" fmla="*/ 2140476 h 2323145"/>
              <a:gd name="connsiteX180" fmla="*/ 3885662 w 11269336"/>
              <a:gd name="connsiteY180" fmla="*/ 2138740 h 2323145"/>
              <a:gd name="connsiteX181" fmla="*/ 3868627 w 11269336"/>
              <a:gd name="connsiteY181" fmla="*/ 2130023 h 2323145"/>
              <a:gd name="connsiteX182" fmla="*/ 3819177 w 11269336"/>
              <a:gd name="connsiteY182" fmla="*/ 2142111 h 2323145"/>
              <a:gd name="connsiteX183" fmla="*/ 3769100 w 11269336"/>
              <a:gd name="connsiteY183" fmla="*/ 2131731 h 2323145"/>
              <a:gd name="connsiteX184" fmla="*/ 3562752 w 11269336"/>
              <a:gd name="connsiteY184" fmla="*/ 2131785 h 2323145"/>
              <a:gd name="connsiteX185" fmla="*/ 3541402 w 11269336"/>
              <a:gd name="connsiteY185" fmla="*/ 2106821 h 2323145"/>
              <a:gd name="connsiteX186" fmla="*/ 3460591 w 11269336"/>
              <a:gd name="connsiteY186" fmla="*/ 2097951 h 2323145"/>
              <a:gd name="connsiteX187" fmla="*/ 3320348 w 11269336"/>
              <a:gd name="connsiteY187" fmla="*/ 2130191 h 2323145"/>
              <a:gd name="connsiteX188" fmla="*/ 3170922 w 11269336"/>
              <a:gd name="connsiteY188" fmla="*/ 2115957 h 2323145"/>
              <a:gd name="connsiteX189" fmla="*/ 3156256 w 11269336"/>
              <a:gd name="connsiteY189" fmla="*/ 2124773 h 2323145"/>
              <a:gd name="connsiteX190" fmla="*/ 3140298 w 11269336"/>
              <a:gd name="connsiteY190" fmla="*/ 2129182 h 2323145"/>
              <a:gd name="connsiteX191" fmla="*/ 3138514 w 11269336"/>
              <a:gd name="connsiteY191" fmla="*/ 2128069 h 2323145"/>
              <a:gd name="connsiteX192" fmla="*/ 3120467 w 11269336"/>
              <a:gd name="connsiteY192" fmla="*/ 2128281 h 2323145"/>
              <a:gd name="connsiteX193" fmla="*/ 3116175 w 11269336"/>
              <a:gd name="connsiteY193" fmla="*/ 2131633 h 2323145"/>
              <a:gd name="connsiteX194" fmla="*/ 3103685 w 11269336"/>
              <a:gd name="connsiteY194" fmla="*/ 2132814 h 2323145"/>
              <a:gd name="connsiteX195" fmla="*/ 3078794 w 11269336"/>
              <a:gd name="connsiteY195" fmla="*/ 2137935 h 2323145"/>
              <a:gd name="connsiteX196" fmla="*/ 3074407 w 11269336"/>
              <a:gd name="connsiteY196" fmla="*/ 2136274 h 2323145"/>
              <a:gd name="connsiteX197" fmla="*/ 3037285 w 11269336"/>
              <a:gd name="connsiteY197" fmla="*/ 2139919 h 2323145"/>
              <a:gd name="connsiteX198" fmla="*/ 3036901 w 11269336"/>
              <a:gd name="connsiteY198" fmla="*/ 2138726 h 2323145"/>
              <a:gd name="connsiteX199" fmla="*/ 3026996 w 11269336"/>
              <a:gd name="connsiteY199" fmla="*/ 2134322 h 2323145"/>
              <a:gd name="connsiteX200" fmla="*/ 3007772 w 11269336"/>
              <a:gd name="connsiteY200" fmla="*/ 2128742 h 2323145"/>
              <a:gd name="connsiteX201" fmla="*/ 2965030 w 11269336"/>
              <a:gd name="connsiteY201" fmla="*/ 2100494 h 2323145"/>
              <a:gd name="connsiteX202" fmla="*/ 2926342 w 11269336"/>
              <a:gd name="connsiteY202" fmla="*/ 2104155 h 2323145"/>
              <a:gd name="connsiteX203" fmla="*/ 2918608 w 11269336"/>
              <a:gd name="connsiteY203" fmla="*/ 2104215 h 2323145"/>
              <a:gd name="connsiteX204" fmla="*/ 2918475 w 11269336"/>
              <a:gd name="connsiteY204" fmla="*/ 2103937 h 2323145"/>
              <a:gd name="connsiteX205" fmla="*/ 2910360 w 11269336"/>
              <a:gd name="connsiteY205" fmla="*/ 2103444 h 2323145"/>
              <a:gd name="connsiteX206" fmla="*/ 2904507 w 11269336"/>
              <a:gd name="connsiteY206" fmla="*/ 2104326 h 2323145"/>
              <a:gd name="connsiteX207" fmla="*/ 2889503 w 11269336"/>
              <a:gd name="connsiteY207" fmla="*/ 2104443 h 2323145"/>
              <a:gd name="connsiteX208" fmla="*/ 2884480 w 11269336"/>
              <a:gd name="connsiteY208" fmla="*/ 2102626 h 2323145"/>
              <a:gd name="connsiteX209" fmla="*/ 2882689 w 11269336"/>
              <a:gd name="connsiteY209" fmla="*/ 2099228 h 2323145"/>
              <a:gd name="connsiteX210" fmla="*/ 2881291 w 11269336"/>
              <a:gd name="connsiteY210" fmla="*/ 2099618 h 2323145"/>
              <a:gd name="connsiteX211" fmla="*/ 2853979 w 11269336"/>
              <a:gd name="connsiteY211" fmla="*/ 2090388 h 2323145"/>
              <a:gd name="connsiteX212" fmla="*/ 2791790 w 11269336"/>
              <a:gd name="connsiteY212" fmla="*/ 2080332 h 2323145"/>
              <a:gd name="connsiteX213" fmla="*/ 2755844 w 11269336"/>
              <a:gd name="connsiteY213" fmla="*/ 2078874 h 2323145"/>
              <a:gd name="connsiteX214" fmla="*/ 2657742 w 11269336"/>
              <a:gd name="connsiteY214" fmla="*/ 2070179 h 2323145"/>
              <a:gd name="connsiteX215" fmla="*/ 2559549 w 11269336"/>
              <a:gd name="connsiteY215" fmla="*/ 2057873 h 2323145"/>
              <a:gd name="connsiteX216" fmla="*/ 2512054 w 11269336"/>
              <a:gd name="connsiteY216" fmla="*/ 2031671 h 2323145"/>
              <a:gd name="connsiteX217" fmla="*/ 2506437 w 11269336"/>
              <a:gd name="connsiteY217" fmla="*/ 2030918 h 2323145"/>
              <a:gd name="connsiteX218" fmla="*/ 2491752 w 11269336"/>
              <a:gd name="connsiteY218" fmla="*/ 2033906 h 2323145"/>
              <a:gd name="connsiteX219" fmla="*/ 2486338 w 11269336"/>
              <a:gd name="connsiteY219" fmla="*/ 2035862 h 2323145"/>
              <a:gd name="connsiteX220" fmla="*/ 2478186 w 11269336"/>
              <a:gd name="connsiteY220" fmla="*/ 2036953 h 2323145"/>
              <a:gd name="connsiteX221" fmla="*/ 2477950 w 11269336"/>
              <a:gd name="connsiteY221" fmla="*/ 2036715 h 2323145"/>
              <a:gd name="connsiteX222" fmla="*/ 2470381 w 11269336"/>
              <a:gd name="connsiteY222" fmla="*/ 2038256 h 2323145"/>
              <a:gd name="connsiteX223" fmla="*/ 2433781 w 11269336"/>
              <a:gd name="connsiteY223" fmla="*/ 2049140 h 2323145"/>
              <a:gd name="connsiteX224" fmla="*/ 2381172 w 11269336"/>
              <a:gd name="connsiteY224" fmla="*/ 2030645 h 2323145"/>
              <a:gd name="connsiteX225" fmla="*/ 2360198 w 11269336"/>
              <a:gd name="connsiteY225" fmla="*/ 2029059 h 2323145"/>
              <a:gd name="connsiteX226" fmla="*/ 2348815 w 11269336"/>
              <a:gd name="connsiteY226" fmla="*/ 2026798 h 2323145"/>
              <a:gd name="connsiteX227" fmla="*/ 2347988 w 11269336"/>
              <a:gd name="connsiteY227" fmla="*/ 2025745 h 2323145"/>
              <a:gd name="connsiteX228" fmla="*/ 2312920 w 11269336"/>
              <a:gd name="connsiteY228" fmla="*/ 2036311 h 2323145"/>
              <a:gd name="connsiteX229" fmla="*/ 2307986 w 11269336"/>
              <a:gd name="connsiteY229" fmla="*/ 2035583 h 2323145"/>
              <a:gd name="connsiteX230" fmla="*/ 2285481 w 11269336"/>
              <a:gd name="connsiteY230" fmla="*/ 2045197 h 2323145"/>
              <a:gd name="connsiteX231" fmla="*/ 2273666 w 11269336"/>
              <a:gd name="connsiteY231" fmla="*/ 2048710 h 2323145"/>
              <a:gd name="connsiteX232" fmla="*/ 2270719 w 11269336"/>
              <a:gd name="connsiteY232" fmla="*/ 2052702 h 2323145"/>
              <a:gd name="connsiteX233" fmla="*/ 2253080 w 11269336"/>
              <a:gd name="connsiteY233" fmla="*/ 2056363 h 2323145"/>
              <a:gd name="connsiteX234" fmla="*/ 2250906 w 11269336"/>
              <a:gd name="connsiteY234" fmla="*/ 2055654 h 2323145"/>
              <a:gd name="connsiteX235" fmla="*/ 2236905 w 11269336"/>
              <a:gd name="connsiteY235" fmla="*/ 2062882 h 2323145"/>
              <a:gd name="connsiteX236" fmla="*/ 2225830 w 11269336"/>
              <a:gd name="connsiteY236" fmla="*/ 2074027 h 2323145"/>
              <a:gd name="connsiteX237" fmla="*/ 2073776 w 11269336"/>
              <a:gd name="connsiteY237" fmla="*/ 2089244 h 2323145"/>
              <a:gd name="connsiteX238" fmla="*/ 1948256 w 11269336"/>
              <a:gd name="connsiteY238" fmla="*/ 2146616 h 2323145"/>
              <a:gd name="connsiteX239" fmla="*/ 1865582 w 11269336"/>
              <a:gd name="connsiteY239" fmla="*/ 2153738 h 2323145"/>
              <a:gd name="connsiteX240" fmla="*/ 1835210 w 11269336"/>
              <a:gd name="connsiteY240" fmla="*/ 2134244 h 2323145"/>
              <a:gd name="connsiteX241" fmla="*/ 1632661 w 11269336"/>
              <a:gd name="connsiteY241" fmla="*/ 2173882 h 2323145"/>
              <a:gd name="connsiteX242" fmla="*/ 1579590 w 11269336"/>
              <a:gd name="connsiteY242" fmla="*/ 2173680 h 2323145"/>
              <a:gd name="connsiteX243" fmla="*/ 1535601 w 11269336"/>
              <a:gd name="connsiteY243" fmla="*/ 2194590 h 2323145"/>
              <a:gd name="connsiteX244" fmla="*/ 1515594 w 11269336"/>
              <a:gd name="connsiteY244" fmla="*/ 2189622 h 2323145"/>
              <a:gd name="connsiteX245" fmla="*/ 1512113 w 11269336"/>
              <a:gd name="connsiteY245" fmla="*/ 2188534 h 2323145"/>
              <a:gd name="connsiteX246" fmla="*/ 1498838 w 11269336"/>
              <a:gd name="connsiteY246" fmla="*/ 2189213 h 2323145"/>
              <a:gd name="connsiteX247" fmla="*/ 1494279 w 11269336"/>
              <a:gd name="connsiteY247" fmla="*/ 2183112 h 2323145"/>
              <a:gd name="connsiteX248" fmla="*/ 1473714 w 11269336"/>
              <a:gd name="connsiteY248" fmla="*/ 2179625 h 2323145"/>
              <a:gd name="connsiteX249" fmla="*/ 1449503 w 11269336"/>
              <a:gd name="connsiteY249" fmla="*/ 2182633 h 2323145"/>
              <a:gd name="connsiteX250" fmla="*/ 1335495 w 11269336"/>
              <a:gd name="connsiteY250" fmla="*/ 2203940 h 2323145"/>
              <a:gd name="connsiteX251" fmla="*/ 1266687 w 11269336"/>
              <a:gd name="connsiteY251" fmla="*/ 2212688 h 2323145"/>
              <a:gd name="connsiteX252" fmla="*/ 1239614 w 11269336"/>
              <a:gd name="connsiteY252" fmla="*/ 2209727 h 2323145"/>
              <a:gd name="connsiteX253" fmla="*/ 1202436 w 11269336"/>
              <a:gd name="connsiteY253" fmla="*/ 2209817 h 2323145"/>
              <a:gd name="connsiteX254" fmla="*/ 1136097 w 11269336"/>
              <a:gd name="connsiteY254" fmla="*/ 2205112 h 2323145"/>
              <a:gd name="connsiteX255" fmla="*/ 1048229 w 11269336"/>
              <a:gd name="connsiteY255" fmla="*/ 2207249 h 2323145"/>
              <a:gd name="connsiteX256" fmla="*/ 988232 w 11269336"/>
              <a:gd name="connsiteY256" fmla="*/ 2235635 h 2323145"/>
              <a:gd name="connsiteX257" fmla="*/ 981959 w 11269336"/>
              <a:gd name="connsiteY257" fmla="*/ 2231607 h 2323145"/>
              <a:gd name="connsiteX258" fmla="*/ 938600 w 11269336"/>
              <a:gd name="connsiteY258" fmla="*/ 2238113 h 2323145"/>
              <a:gd name="connsiteX259" fmla="*/ 791788 w 11269336"/>
              <a:gd name="connsiteY259" fmla="*/ 2293224 h 2323145"/>
              <a:gd name="connsiteX260" fmla="*/ 706914 w 11269336"/>
              <a:gd name="connsiteY260" fmla="*/ 2305046 h 2323145"/>
              <a:gd name="connsiteX261" fmla="*/ 675971 w 11269336"/>
              <a:gd name="connsiteY261" fmla="*/ 2304030 h 2323145"/>
              <a:gd name="connsiteX262" fmla="*/ 624180 w 11269336"/>
              <a:gd name="connsiteY262" fmla="*/ 2302650 h 2323145"/>
              <a:gd name="connsiteX263" fmla="*/ 583453 w 11269336"/>
              <a:gd name="connsiteY263" fmla="*/ 2288788 h 2323145"/>
              <a:gd name="connsiteX264" fmla="*/ 540946 w 11269336"/>
              <a:gd name="connsiteY264" fmla="*/ 2292721 h 2323145"/>
              <a:gd name="connsiteX265" fmla="*/ 533680 w 11269336"/>
              <a:gd name="connsiteY265" fmla="*/ 2310233 h 2323145"/>
              <a:gd name="connsiteX266" fmla="*/ 487366 w 11269336"/>
              <a:gd name="connsiteY266" fmla="*/ 2309053 h 2323145"/>
              <a:gd name="connsiteX267" fmla="*/ 416820 w 11269336"/>
              <a:gd name="connsiteY267" fmla="*/ 2305443 h 2323145"/>
              <a:gd name="connsiteX268" fmla="*/ 376805 w 11269336"/>
              <a:gd name="connsiteY268" fmla="*/ 2307647 h 2323145"/>
              <a:gd name="connsiteX269" fmla="*/ 266777 w 11269336"/>
              <a:gd name="connsiteY269" fmla="*/ 2309012 h 2323145"/>
              <a:gd name="connsiteX270" fmla="*/ 156013 w 11269336"/>
              <a:gd name="connsiteY270" fmla="*/ 2306832 h 2323145"/>
              <a:gd name="connsiteX271" fmla="*/ 87258 w 11269336"/>
              <a:gd name="connsiteY271" fmla="*/ 2285511 h 2323145"/>
              <a:gd name="connsiteX272" fmla="*/ 23798 w 11269336"/>
              <a:gd name="connsiteY272" fmla="*/ 2281822 h 2323145"/>
              <a:gd name="connsiteX273" fmla="*/ 0 w 11269336"/>
              <a:gd name="connsiteY273" fmla="*/ 2285369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092476 w 11269336"/>
              <a:gd name="connsiteY140" fmla="*/ 2100737 h 2323145"/>
              <a:gd name="connsiteX141" fmla="*/ 5060738 w 11269336"/>
              <a:gd name="connsiteY141" fmla="*/ 2083274 h 2323145"/>
              <a:gd name="connsiteX142" fmla="*/ 4860988 w 11269336"/>
              <a:gd name="connsiteY142" fmla="*/ 2135698 h 2323145"/>
              <a:gd name="connsiteX143" fmla="*/ 4807902 w 11269336"/>
              <a:gd name="connsiteY143" fmla="*/ 2138894 h 2323145"/>
              <a:gd name="connsiteX144" fmla="*/ 4765388 w 11269336"/>
              <a:gd name="connsiteY144" fmla="*/ 2162525 h 2323145"/>
              <a:gd name="connsiteX145" fmla="*/ 4745033 w 11269336"/>
              <a:gd name="connsiteY145" fmla="*/ 2158859 h 2323145"/>
              <a:gd name="connsiteX146" fmla="*/ 4741475 w 11269336"/>
              <a:gd name="connsiteY146" fmla="*/ 2157998 h 2323145"/>
              <a:gd name="connsiteX147" fmla="*/ 4728247 w 11269336"/>
              <a:gd name="connsiteY147" fmla="*/ 2159526 h 2323145"/>
              <a:gd name="connsiteX148" fmla="*/ 4723263 w 11269336"/>
              <a:gd name="connsiteY148" fmla="*/ 2153742 h 2323145"/>
              <a:gd name="connsiteX149" fmla="*/ 4702453 w 11269336"/>
              <a:gd name="connsiteY149" fmla="*/ 2151586 h 2323145"/>
              <a:gd name="connsiteX150" fmla="*/ 4678455 w 11269336"/>
              <a:gd name="connsiteY150" fmla="*/ 2156131 h 2323145"/>
              <a:gd name="connsiteX151" fmla="*/ 4593061 w 11269336"/>
              <a:gd name="connsiteY151" fmla="*/ 2171597 h 2323145"/>
              <a:gd name="connsiteX152" fmla="*/ 4579902 w 11269336"/>
              <a:gd name="connsiteY152" fmla="*/ 2177927 h 2323145"/>
              <a:gd name="connsiteX153" fmla="*/ 4533444 w 11269336"/>
              <a:gd name="connsiteY153" fmla="*/ 2181200 h 2323145"/>
              <a:gd name="connsiteX154" fmla="*/ 4492832 w 11269336"/>
              <a:gd name="connsiteY154" fmla="*/ 2188033 h 2323145"/>
              <a:gd name="connsiteX155" fmla="*/ 4467257 w 11269336"/>
              <a:gd name="connsiteY155" fmla="*/ 2196121 h 2323145"/>
              <a:gd name="connsiteX156" fmla="*/ 4459937 w 11269336"/>
              <a:gd name="connsiteY156" fmla="*/ 2195182 h 2323145"/>
              <a:gd name="connsiteX157" fmla="*/ 4433312 w 11269336"/>
              <a:gd name="connsiteY157" fmla="*/ 2199004 h 2323145"/>
              <a:gd name="connsiteX158" fmla="*/ 4420601 w 11269336"/>
              <a:gd name="connsiteY158" fmla="*/ 2205158 h 2323145"/>
              <a:gd name="connsiteX159" fmla="*/ 4405765 w 11269336"/>
              <a:gd name="connsiteY159" fmla="*/ 2199902 h 2323145"/>
              <a:gd name="connsiteX160" fmla="*/ 4401354 w 11269336"/>
              <a:gd name="connsiteY160" fmla="*/ 2194745 h 2323145"/>
              <a:gd name="connsiteX161" fmla="*/ 4383151 w 11269336"/>
              <a:gd name="connsiteY161" fmla="*/ 2201140 h 2323145"/>
              <a:gd name="connsiteX162" fmla="*/ 4366646 w 11269336"/>
              <a:gd name="connsiteY162" fmla="*/ 2198564 h 2323145"/>
              <a:gd name="connsiteX163" fmla="*/ 4354009 w 11269336"/>
              <a:gd name="connsiteY163" fmla="*/ 2204984 h 2323145"/>
              <a:gd name="connsiteX164" fmla="*/ 4348284 w 11269336"/>
              <a:gd name="connsiteY164" fmla="*/ 2205270 h 2323145"/>
              <a:gd name="connsiteX165" fmla="*/ 4333906 w 11269336"/>
              <a:gd name="connsiteY165" fmla="*/ 2205251 h 2323145"/>
              <a:gd name="connsiteX166" fmla="*/ 4308819 w 11269336"/>
              <a:gd name="connsiteY166" fmla="*/ 2203822 h 2323145"/>
              <a:gd name="connsiteX167" fmla="*/ 4301210 w 11269336"/>
              <a:gd name="connsiteY167" fmla="*/ 2204456 h 2323145"/>
              <a:gd name="connsiteX168" fmla="*/ 4283095 w 11269336"/>
              <a:gd name="connsiteY168" fmla="*/ 2198177 h 2323145"/>
              <a:gd name="connsiteX169" fmla="*/ 4250119 w 11269336"/>
              <a:gd name="connsiteY169" fmla="*/ 2196342 h 2323145"/>
              <a:gd name="connsiteX170" fmla="*/ 4189203 w 11269336"/>
              <a:gd name="connsiteY170" fmla="*/ 2178994 h 2323145"/>
              <a:gd name="connsiteX171" fmla="*/ 4154035 w 11269336"/>
              <a:gd name="connsiteY171" fmla="*/ 2171950 h 2323145"/>
              <a:gd name="connsiteX172" fmla="*/ 4129569 w 11269336"/>
              <a:gd name="connsiteY172" fmla="*/ 2163850 h 2323145"/>
              <a:gd name="connsiteX173" fmla="*/ 4061250 w 11269336"/>
              <a:gd name="connsiteY173" fmla="*/ 2159236 h 2323145"/>
              <a:gd name="connsiteX174" fmla="*/ 3945480 w 11269336"/>
              <a:gd name="connsiteY174" fmla="*/ 2158279 h 2323145"/>
              <a:gd name="connsiteX175" fmla="*/ 3921468 w 11269336"/>
              <a:gd name="connsiteY175" fmla="*/ 2156588 h 2323145"/>
              <a:gd name="connsiteX176" fmla="*/ 3903348 w 11269336"/>
              <a:gd name="connsiteY176" fmla="*/ 2149220 h 2323145"/>
              <a:gd name="connsiteX177" fmla="*/ 3901342 w 11269336"/>
              <a:gd name="connsiteY177" fmla="*/ 2142355 h 2323145"/>
              <a:gd name="connsiteX178" fmla="*/ 3888539 w 11269336"/>
              <a:gd name="connsiteY178" fmla="*/ 2140476 h 2323145"/>
              <a:gd name="connsiteX179" fmla="*/ 3885662 w 11269336"/>
              <a:gd name="connsiteY179" fmla="*/ 2138740 h 2323145"/>
              <a:gd name="connsiteX180" fmla="*/ 3868627 w 11269336"/>
              <a:gd name="connsiteY180" fmla="*/ 2130023 h 2323145"/>
              <a:gd name="connsiteX181" fmla="*/ 3819177 w 11269336"/>
              <a:gd name="connsiteY181" fmla="*/ 2142111 h 2323145"/>
              <a:gd name="connsiteX182" fmla="*/ 3769100 w 11269336"/>
              <a:gd name="connsiteY182" fmla="*/ 2131731 h 2323145"/>
              <a:gd name="connsiteX183" fmla="*/ 3562752 w 11269336"/>
              <a:gd name="connsiteY183" fmla="*/ 2131785 h 2323145"/>
              <a:gd name="connsiteX184" fmla="*/ 3541402 w 11269336"/>
              <a:gd name="connsiteY184" fmla="*/ 2106821 h 2323145"/>
              <a:gd name="connsiteX185" fmla="*/ 3460591 w 11269336"/>
              <a:gd name="connsiteY185" fmla="*/ 2097951 h 2323145"/>
              <a:gd name="connsiteX186" fmla="*/ 3320348 w 11269336"/>
              <a:gd name="connsiteY186" fmla="*/ 2130191 h 2323145"/>
              <a:gd name="connsiteX187" fmla="*/ 3170922 w 11269336"/>
              <a:gd name="connsiteY187" fmla="*/ 2115957 h 2323145"/>
              <a:gd name="connsiteX188" fmla="*/ 3156256 w 11269336"/>
              <a:gd name="connsiteY188" fmla="*/ 2124773 h 2323145"/>
              <a:gd name="connsiteX189" fmla="*/ 3140298 w 11269336"/>
              <a:gd name="connsiteY189" fmla="*/ 2129182 h 2323145"/>
              <a:gd name="connsiteX190" fmla="*/ 3138514 w 11269336"/>
              <a:gd name="connsiteY190" fmla="*/ 2128069 h 2323145"/>
              <a:gd name="connsiteX191" fmla="*/ 3120467 w 11269336"/>
              <a:gd name="connsiteY191" fmla="*/ 2128281 h 2323145"/>
              <a:gd name="connsiteX192" fmla="*/ 3116175 w 11269336"/>
              <a:gd name="connsiteY192" fmla="*/ 2131633 h 2323145"/>
              <a:gd name="connsiteX193" fmla="*/ 3103685 w 11269336"/>
              <a:gd name="connsiteY193" fmla="*/ 2132814 h 2323145"/>
              <a:gd name="connsiteX194" fmla="*/ 3078794 w 11269336"/>
              <a:gd name="connsiteY194" fmla="*/ 2137935 h 2323145"/>
              <a:gd name="connsiteX195" fmla="*/ 3074407 w 11269336"/>
              <a:gd name="connsiteY195" fmla="*/ 2136274 h 2323145"/>
              <a:gd name="connsiteX196" fmla="*/ 3037285 w 11269336"/>
              <a:gd name="connsiteY196" fmla="*/ 2139919 h 2323145"/>
              <a:gd name="connsiteX197" fmla="*/ 3036901 w 11269336"/>
              <a:gd name="connsiteY197" fmla="*/ 2138726 h 2323145"/>
              <a:gd name="connsiteX198" fmla="*/ 3026996 w 11269336"/>
              <a:gd name="connsiteY198" fmla="*/ 2134322 h 2323145"/>
              <a:gd name="connsiteX199" fmla="*/ 3007772 w 11269336"/>
              <a:gd name="connsiteY199" fmla="*/ 2128742 h 2323145"/>
              <a:gd name="connsiteX200" fmla="*/ 2965030 w 11269336"/>
              <a:gd name="connsiteY200" fmla="*/ 2100494 h 2323145"/>
              <a:gd name="connsiteX201" fmla="*/ 2926342 w 11269336"/>
              <a:gd name="connsiteY201" fmla="*/ 2104155 h 2323145"/>
              <a:gd name="connsiteX202" fmla="*/ 2918608 w 11269336"/>
              <a:gd name="connsiteY202" fmla="*/ 2104215 h 2323145"/>
              <a:gd name="connsiteX203" fmla="*/ 2918475 w 11269336"/>
              <a:gd name="connsiteY203" fmla="*/ 2103937 h 2323145"/>
              <a:gd name="connsiteX204" fmla="*/ 2910360 w 11269336"/>
              <a:gd name="connsiteY204" fmla="*/ 2103444 h 2323145"/>
              <a:gd name="connsiteX205" fmla="*/ 2904507 w 11269336"/>
              <a:gd name="connsiteY205" fmla="*/ 2104326 h 2323145"/>
              <a:gd name="connsiteX206" fmla="*/ 2889503 w 11269336"/>
              <a:gd name="connsiteY206" fmla="*/ 2104443 h 2323145"/>
              <a:gd name="connsiteX207" fmla="*/ 2884480 w 11269336"/>
              <a:gd name="connsiteY207" fmla="*/ 2102626 h 2323145"/>
              <a:gd name="connsiteX208" fmla="*/ 2882689 w 11269336"/>
              <a:gd name="connsiteY208" fmla="*/ 2099228 h 2323145"/>
              <a:gd name="connsiteX209" fmla="*/ 2881291 w 11269336"/>
              <a:gd name="connsiteY209" fmla="*/ 2099618 h 2323145"/>
              <a:gd name="connsiteX210" fmla="*/ 2853979 w 11269336"/>
              <a:gd name="connsiteY210" fmla="*/ 2090388 h 2323145"/>
              <a:gd name="connsiteX211" fmla="*/ 2791790 w 11269336"/>
              <a:gd name="connsiteY211" fmla="*/ 2080332 h 2323145"/>
              <a:gd name="connsiteX212" fmla="*/ 2755844 w 11269336"/>
              <a:gd name="connsiteY212" fmla="*/ 2078874 h 2323145"/>
              <a:gd name="connsiteX213" fmla="*/ 2657742 w 11269336"/>
              <a:gd name="connsiteY213" fmla="*/ 2070179 h 2323145"/>
              <a:gd name="connsiteX214" fmla="*/ 2559549 w 11269336"/>
              <a:gd name="connsiteY214" fmla="*/ 2057873 h 2323145"/>
              <a:gd name="connsiteX215" fmla="*/ 2512054 w 11269336"/>
              <a:gd name="connsiteY215" fmla="*/ 2031671 h 2323145"/>
              <a:gd name="connsiteX216" fmla="*/ 2506437 w 11269336"/>
              <a:gd name="connsiteY216" fmla="*/ 2030918 h 2323145"/>
              <a:gd name="connsiteX217" fmla="*/ 2491752 w 11269336"/>
              <a:gd name="connsiteY217" fmla="*/ 2033906 h 2323145"/>
              <a:gd name="connsiteX218" fmla="*/ 2486338 w 11269336"/>
              <a:gd name="connsiteY218" fmla="*/ 2035862 h 2323145"/>
              <a:gd name="connsiteX219" fmla="*/ 2478186 w 11269336"/>
              <a:gd name="connsiteY219" fmla="*/ 2036953 h 2323145"/>
              <a:gd name="connsiteX220" fmla="*/ 2477950 w 11269336"/>
              <a:gd name="connsiteY220" fmla="*/ 2036715 h 2323145"/>
              <a:gd name="connsiteX221" fmla="*/ 2470381 w 11269336"/>
              <a:gd name="connsiteY221" fmla="*/ 2038256 h 2323145"/>
              <a:gd name="connsiteX222" fmla="*/ 2433781 w 11269336"/>
              <a:gd name="connsiteY222" fmla="*/ 2049140 h 2323145"/>
              <a:gd name="connsiteX223" fmla="*/ 2381172 w 11269336"/>
              <a:gd name="connsiteY223" fmla="*/ 2030645 h 2323145"/>
              <a:gd name="connsiteX224" fmla="*/ 2360198 w 11269336"/>
              <a:gd name="connsiteY224" fmla="*/ 2029059 h 2323145"/>
              <a:gd name="connsiteX225" fmla="*/ 2348815 w 11269336"/>
              <a:gd name="connsiteY225" fmla="*/ 2026798 h 2323145"/>
              <a:gd name="connsiteX226" fmla="*/ 2347988 w 11269336"/>
              <a:gd name="connsiteY226" fmla="*/ 2025745 h 2323145"/>
              <a:gd name="connsiteX227" fmla="*/ 2312920 w 11269336"/>
              <a:gd name="connsiteY227" fmla="*/ 2036311 h 2323145"/>
              <a:gd name="connsiteX228" fmla="*/ 2307986 w 11269336"/>
              <a:gd name="connsiteY228" fmla="*/ 2035583 h 2323145"/>
              <a:gd name="connsiteX229" fmla="*/ 2285481 w 11269336"/>
              <a:gd name="connsiteY229" fmla="*/ 2045197 h 2323145"/>
              <a:gd name="connsiteX230" fmla="*/ 2273666 w 11269336"/>
              <a:gd name="connsiteY230" fmla="*/ 2048710 h 2323145"/>
              <a:gd name="connsiteX231" fmla="*/ 2270719 w 11269336"/>
              <a:gd name="connsiteY231" fmla="*/ 2052702 h 2323145"/>
              <a:gd name="connsiteX232" fmla="*/ 2253080 w 11269336"/>
              <a:gd name="connsiteY232" fmla="*/ 2056363 h 2323145"/>
              <a:gd name="connsiteX233" fmla="*/ 2250906 w 11269336"/>
              <a:gd name="connsiteY233" fmla="*/ 2055654 h 2323145"/>
              <a:gd name="connsiteX234" fmla="*/ 2236905 w 11269336"/>
              <a:gd name="connsiteY234" fmla="*/ 2062882 h 2323145"/>
              <a:gd name="connsiteX235" fmla="*/ 2225830 w 11269336"/>
              <a:gd name="connsiteY235" fmla="*/ 2074027 h 2323145"/>
              <a:gd name="connsiteX236" fmla="*/ 2073776 w 11269336"/>
              <a:gd name="connsiteY236" fmla="*/ 2089244 h 2323145"/>
              <a:gd name="connsiteX237" fmla="*/ 1948256 w 11269336"/>
              <a:gd name="connsiteY237" fmla="*/ 2146616 h 2323145"/>
              <a:gd name="connsiteX238" fmla="*/ 1865582 w 11269336"/>
              <a:gd name="connsiteY238" fmla="*/ 2153738 h 2323145"/>
              <a:gd name="connsiteX239" fmla="*/ 1835210 w 11269336"/>
              <a:gd name="connsiteY239" fmla="*/ 2134244 h 2323145"/>
              <a:gd name="connsiteX240" fmla="*/ 1632661 w 11269336"/>
              <a:gd name="connsiteY240" fmla="*/ 2173882 h 2323145"/>
              <a:gd name="connsiteX241" fmla="*/ 1579590 w 11269336"/>
              <a:gd name="connsiteY241" fmla="*/ 2173680 h 2323145"/>
              <a:gd name="connsiteX242" fmla="*/ 1535601 w 11269336"/>
              <a:gd name="connsiteY242" fmla="*/ 2194590 h 2323145"/>
              <a:gd name="connsiteX243" fmla="*/ 1515594 w 11269336"/>
              <a:gd name="connsiteY243" fmla="*/ 2189622 h 2323145"/>
              <a:gd name="connsiteX244" fmla="*/ 1512113 w 11269336"/>
              <a:gd name="connsiteY244" fmla="*/ 2188534 h 2323145"/>
              <a:gd name="connsiteX245" fmla="*/ 1498838 w 11269336"/>
              <a:gd name="connsiteY245" fmla="*/ 2189213 h 2323145"/>
              <a:gd name="connsiteX246" fmla="*/ 1494279 w 11269336"/>
              <a:gd name="connsiteY246" fmla="*/ 2183112 h 2323145"/>
              <a:gd name="connsiteX247" fmla="*/ 1473714 w 11269336"/>
              <a:gd name="connsiteY247" fmla="*/ 2179625 h 2323145"/>
              <a:gd name="connsiteX248" fmla="*/ 1449503 w 11269336"/>
              <a:gd name="connsiteY248" fmla="*/ 2182633 h 2323145"/>
              <a:gd name="connsiteX249" fmla="*/ 1335495 w 11269336"/>
              <a:gd name="connsiteY249" fmla="*/ 2203940 h 2323145"/>
              <a:gd name="connsiteX250" fmla="*/ 1266687 w 11269336"/>
              <a:gd name="connsiteY250" fmla="*/ 2212688 h 2323145"/>
              <a:gd name="connsiteX251" fmla="*/ 1239614 w 11269336"/>
              <a:gd name="connsiteY251" fmla="*/ 2209727 h 2323145"/>
              <a:gd name="connsiteX252" fmla="*/ 1202436 w 11269336"/>
              <a:gd name="connsiteY252" fmla="*/ 2209817 h 2323145"/>
              <a:gd name="connsiteX253" fmla="*/ 1136097 w 11269336"/>
              <a:gd name="connsiteY253" fmla="*/ 2205112 h 2323145"/>
              <a:gd name="connsiteX254" fmla="*/ 1048229 w 11269336"/>
              <a:gd name="connsiteY254" fmla="*/ 2207249 h 2323145"/>
              <a:gd name="connsiteX255" fmla="*/ 988232 w 11269336"/>
              <a:gd name="connsiteY255" fmla="*/ 2235635 h 2323145"/>
              <a:gd name="connsiteX256" fmla="*/ 981959 w 11269336"/>
              <a:gd name="connsiteY256" fmla="*/ 2231607 h 2323145"/>
              <a:gd name="connsiteX257" fmla="*/ 938600 w 11269336"/>
              <a:gd name="connsiteY257" fmla="*/ 2238113 h 2323145"/>
              <a:gd name="connsiteX258" fmla="*/ 791788 w 11269336"/>
              <a:gd name="connsiteY258" fmla="*/ 2293224 h 2323145"/>
              <a:gd name="connsiteX259" fmla="*/ 706914 w 11269336"/>
              <a:gd name="connsiteY259" fmla="*/ 2305046 h 2323145"/>
              <a:gd name="connsiteX260" fmla="*/ 675971 w 11269336"/>
              <a:gd name="connsiteY260" fmla="*/ 2304030 h 2323145"/>
              <a:gd name="connsiteX261" fmla="*/ 624180 w 11269336"/>
              <a:gd name="connsiteY261" fmla="*/ 2302650 h 2323145"/>
              <a:gd name="connsiteX262" fmla="*/ 583453 w 11269336"/>
              <a:gd name="connsiteY262" fmla="*/ 2288788 h 2323145"/>
              <a:gd name="connsiteX263" fmla="*/ 540946 w 11269336"/>
              <a:gd name="connsiteY263" fmla="*/ 2292721 h 2323145"/>
              <a:gd name="connsiteX264" fmla="*/ 533680 w 11269336"/>
              <a:gd name="connsiteY264" fmla="*/ 2310233 h 2323145"/>
              <a:gd name="connsiteX265" fmla="*/ 487366 w 11269336"/>
              <a:gd name="connsiteY265" fmla="*/ 2309053 h 2323145"/>
              <a:gd name="connsiteX266" fmla="*/ 416820 w 11269336"/>
              <a:gd name="connsiteY266" fmla="*/ 2305443 h 2323145"/>
              <a:gd name="connsiteX267" fmla="*/ 376805 w 11269336"/>
              <a:gd name="connsiteY267" fmla="*/ 2307647 h 2323145"/>
              <a:gd name="connsiteX268" fmla="*/ 266777 w 11269336"/>
              <a:gd name="connsiteY268" fmla="*/ 2309012 h 2323145"/>
              <a:gd name="connsiteX269" fmla="*/ 156013 w 11269336"/>
              <a:gd name="connsiteY269" fmla="*/ 2306832 h 2323145"/>
              <a:gd name="connsiteX270" fmla="*/ 87258 w 11269336"/>
              <a:gd name="connsiteY270" fmla="*/ 2285511 h 2323145"/>
              <a:gd name="connsiteX271" fmla="*/ 23798 w 11269336"/>
              <a:gd name="connsiteY271" fmla="*/ 2281822 h 2323145"/>
              <a:gd name="connsiteX272" fmla="*/ 0 w 11269336"/>
              <a:gd name="connsiteY272" fmla="*/ 2285369 h 2323145"/>
              <a:gd name="connsiteX273" fmla="*/ 0 w 11269336"/>
              <a:gd name="connsiteY27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092476 w 11269336"/>
              <a:gd name="connsiteY139" fmla="*/ 2100737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988232 w 11269336"/>
              <a:gd name="connsiteY252" fmla="*/ 2235635 h 2323145"/>
              <a:gd name="connsiteX253" fmla="*/ 981959 w 11269336"/>
              <a:gd name="connsiteY253" fmla="*/ 2231607 h 2323145"/>
              <a:gd name="connsiteX254" fmla="*/ 938600 w 11269336"/>
              <a:gd name="connsiteY254" fmla="*/ 2238113 h 2323145"/>
              <a:gd name="connsiteX255" fmla="*/ 791788 w 11269336"/>
              <a:gd name="connsiteY255" fmla="*/ 2293224 h 2323145"/>
              <a:gd name="connsiteX256" fmla="*/ 706914 w 11269336"/>
              <a:gd name="connsiteY256" fmla="*/ 2305046 h 2323145"/>
              <a:gd name="connsiteX257" fmla="*/ 675971 w 11269336"/>
              <a:gd name="connsiteY257" fmla="*/ 2304030 h 2323145"/>
              <a:gd name="connsiteX258" fmla="*/ 624180 w 11269336"/>
              <a:gd name="connsiteY258" fmla="*/ 2302650 h 2323145"/>
              <a:gd name="connsiteX259" fmla="*/ 583453 w 11269336"/>
              <a:gd name="connsiteY259" fmla="*/ 2288788 h 2323145"/>
              <a:gd name="connsiteX260" fmla="*/ 540946 w 11269336"/>
              <a:gd name="connsiteY260" fmla="*/ 2292721 h 2323145"/>
              <a:gd name="connsiteX261" fmla="*/ 533680 w 11269336"/>
              <a:gd name="connsiteY261" fmla="*/ 2310233 h 2323145"/>
              <a:gd name="connsiteX262" fmla="*/ 487366 w 11269336"/>
              <a:gd name="connsiteY262" fmla="*/ 2309053 h 2323145"/>
              <a:gd name="connsiteX263" fmla="*/ 416820 w 11269336"/>
              <a:gd name="connsiteY263" fmla="*/ 2305443 h 2323145"/>
              <a:gd name="connsiteX264" fmla="*/ 376805 w 11269336"/>
              <a:gd name="connsiteY264" fmla="*/ 2307647 h 2323145"/>
              <a:gd name="connsiteX265" fmla="*/ 266777 w 11269336"/>
              <a:gd name="connsiteY265" fmla="*/ 2309012 h 2323145"/>
              <a:gd name="connsiteX266" fmla="*/ 156013 w 11269336"/>
              <a:gd name="connsiteY266" fmla="*/ 2306832 h 2323145"/>
              <a:gd name="connsiteX267" fmla="*/ 87258 w 11269336"/>
              <a:gd name="connsiteY267" fmla="*/ 2285511 h 2323145"/>
              <a:gd name="connsiteX268" fmla="*/ 23798 w 11269336"/>
              <a:gd name="connsiteY268" fmla="*/ 2281822 h 2323145"/>
              <a:gd name="connsiteX269" fmla="*/ 0 w 11269336"/>
              <a:gd name="connsiteY269" fmla="*/ 2285369 h 2323145"/>
              <a:gd name="connsiteX270" fmla="*/ 0 w 11269336"/>
              <a:gd name="connsiteY27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266687 w 11269336"/>
              <a:gd name="connsiteY247" fmla="*/ 2212688 h 2323145"/>
              <a:gd name="connsiteX248" fmla="*/ 1239614 w 11269336"/>
              <a:gd name="connsiteY248" fmla="*/ 2209727 h 2323145"/>
              <a:gd name="connsiteX249" fmla="*/ 1202436 w 11269336"/>
              <a:gd name="connsiteY249" fmla="*/ 2209817 h 2323145"/>
              <a:gd name="connsiteX250" fmla="*/ 1136097 w 11269336"/>
              <a:gd name="connsiteY250" fmla="*/ 2205112 h 2323145"/>
              <a:gd name="connsiteX251" fmla="*/ 988232 w 11269336"/>
              <a:gd name="connsiteY251" fmla="*/ 2235635 h 2323145"/>
              <a:gd name="connsiteX252" fmla="*/ 981959 w 11269336"/>
              <a:gd name="connsiteY252" fmla="*/ 2231607 h 2323145"/>
              <a:gd name="connsiteX253" fmla="*/ 938600 w 11269336"/>
              <a:gd name="connsiteY253" fmla="*/ 2238113 h 2323145"/>
              <a:gd name="connsiteX254" fmla="*/ 791788 w 11269336"/>
              <a:gd name="connsiteY254" fmla="*/ 2293224 h 2323145"/>
              <a:gd name="connsiteX255" fmla="*/ 706914 w 11269336"/>
              <a:gd name="connsiteY255" fmla="*/ 2305046 h 2323145"/>
              <a:gd name="connsiteX256" fmla="*/ 675971 w 11269336"/>
              <a:gd name="connsiteY256" fmla="*/ 2304030 h 2323145"/>
              <a:gd name="connsiteX257" fmla="*/ 624180 w 11269336"/>
              <a:gd name="connsiteY257" fmla="*/ 2302650 h 2323145"/>
              <a:gd name="connsiteX258" fmla="*/ 583453 w 11269336"/>
              <a:gd name="connsiteY258" fmla="*/ 2288788 h 2323145"/>
              <a:gd name="connsiteX259" fmla="*/ 540946 w 11269336"/>
              <a:gd name="connsiteY259" fmla="*/ 2292721 h 2323145"/>
              <a:gd name="connsiteX260" fmla="*/ 533680 w 11269336"/>
              <a:gd name="connsiteY260" fmla="*/ 2310233 h 2323145"/>
              <a:gd name="connsiteX261" fmla="*/ 487366 w 11269336"/>
              <a:gd name="connsiteY261" fmla="*/ 2309053 h 2323145"/>
              <a:gd name="connsiteX262" fmla="*/ 416820 w 11269336"/>
              <a:gd name="connsiteY262" fmla="*/ 2305443 h 2323145"/>
              <a:gd name="connsiteX263" fmla="*/ 376805 w 11269336"/>
              <a:gd name="connsiteY263" fmla="*/ 2307647 h 2323145"/>
              <a:gd name="connsiteX264" fmla="*/ 266777 w 11269336"/>
              <a:gd name="connsiteY264" fmla="*/ 2309012 h 2323145"/>
              <a:gd name="connsiteX265" fmla="*/ 156013 w 11269336"/>
              <a:gd name="connsiteY265" fmla="*/ 2306832 h 2323145"/>
              <a:gd name="connsiteX266" fmla="*/ 87258 w 11269336"/>
              <a:gd name="connsiteY266" fmla="*/ 2285511 h 2323145"/>
              <a:gd name="connsiteX267" fmla="*/ 23798 w 11269336"/>
              <a:gd name="connsiteY267" fmla="*/ 2281822 h 2323145"/>
              <a:gd name="connsiteX268" fmla="*/ 0 w 11269336"/>
              <a:gd name="connsiteY268" fmla="*/ 2285369 h 2323145"/>
              <a:gd name="connsiteX269" fmla="*/ 0 w 11269336"/>
              <a:gd name="connsiteY26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197391 w 11269336"/>
              <a:gd name="connsiteY54" fmla="*/ 1107746 h 2323145"/>
              <a:gd name="connsiteX55" fmla="*/ 8081474 w 11269336"/>
              <a:gd name="connsiteY55" fmla="*/ 1130125 h 2323145"/>
              <a:gd name="connsiteX56" fmla="*/ 8053585 w 11269336"/>
              <a:gd name="connsiteY56" fmla="*/ 1129169 h 2323145"/>
              <a:gd name="connsiteX57" fmla="*/ 8038422 w 11269336"/>
              <a:gd name="connsiteY57" fmla="*/ 1119092 h 2323145"/>
              <a:gd name="connsiteX58" fmla="*/ 8029450 w 11269336"/>
              <a:gd name="connsiteY58" fmla="*/ 1125592 h 2323145"/>
              <a:gd name="connsiteX59" fmla="*/ 7959552 w 11269336"/>
              <a:gd name="connsiteY59" fmla="*/ 1140188 h 2323145"/>
              <a:gd name="connsiteX60" fmla="*/ 7914188 w 11269336"/>
              <a:gd name="connsiteY60" fmla="*/ 1150862 h 2323145"/>
              <a:gd name="connsiteX61" fmla="*/ 7914918 w 11269336"/>
              <a:gd name="connsiteY61" fmla="*/ 1168758 h 2323145"/>
              <a:gd name="connsiteX62" fmla="*/ 7875510 w 11269336"/>
              <a:gd name="connsiteY62" fmla="*/ 1183153 h 2323145"/>
              <a:gd name="connsiteX63" fmla="*/ 7829932 w 11269336"/>
              <a:gd name="connsiteY63" fmla="*/ 1180782 h 2323145"/>
              <a:gd name="connsiteX64" fmla="*/ 7779182 w 11269336"/>
              <a:gd name="connsiteY64" fmla="*/ 1192665 h 2323145"/>
              <a:gd name="connsiteX65" fmla="*/ 7748774 w 11269336"/>
              <a:gd name="connsiteY65" fmla="*/ 1199586 h 2323145"/>
              <a:gd name="connsiteX66" fmla="*/ 7671846 w 11269336"/>
              <a:gd name="connsiteY66" fmla="*/ 1231966 h 2323145"/>
              <a:gd name="connsiteX67" fmla="*/ 7554146 w 11269336"/>
              <a:gd name="connsiteY67" fmla="*/ 1319748 h 2323145"/>
              <a:gd name="connsiteX68" fmla="*/ 7515052 w 11269336"/>
              <a:gd name="connsiteY68" fmla="*/ 1336718 h 2323145"/>
              <a:gd name="connsiteX69" fmla="*/ 7507193 w 11269336"/>
              <a:gd name="connsiteY69" fmla="*/ 1334617 h 2323145"/>
              <a:gd name="connsiteX70" fmla="*/ 7461694 w 11269336"/>
              <a:gd name="connsiteY70" fmla="*/ 1375866 h 2323145"/>
              <a:gd name="connsiteX71" fmla="*/ 7377571 w 11269336"/>
              <a:gd name="connsiteY71" fmla="*/ 1400128 h 2323145"/>
              <a:gd name="connsiteX72" fmla="*/ 7311261 w 11269336"/>
              <a:gd name="connsiteY72" fmla="*/ 1412652 h 2323145"/>
              <a:gd name="connsiteX73" fmla="*/ 7275307 w 11269336"/>
              <a:gd name="connsiteY73" fmla="*/ 1422171 h 2323145"/>
              <a:gd name="connsiteX74" fmla="*/ 7247783 w 11269336"/>
              <a:gd name="connsiteY74" fmla="*/ 1426330 h 2323145"/>
              <a:gd name="connsiteX75" fmla="*/ 7185047 w 11269336"/>
              <a:gd name="connsiteY75" fmla="*/ 1451812 h 2323145"/>
              <a:gd name="connsiteX76" fmla="*/ 7084117 w 11269336"/>
              <a:gd name="connsiteY76" fmla="*/ 1500281 h 2323145"/>
              <a:gd name="connsiteX77" fmla="*/ 7062011 w 11269336"/>
              <a:gd name="connsiteY77" fmla="*/ 1509183 h 2323145"/>
              <a:gd name="connsiteX78" fmla="*/ 7040555 w 11269336"/>
              <a:gd name="connsiteY78" fmla="*/ 1511207 h 2323145"/>
              <a:gd name="connsiteX79" fmla="*/ 7033438 w 11269336"/>
              <a:gd name="connsiteY79" fmla="*/ 1506772 h 2323145"/>
              <a:gd name="connsiteX80" fmla="*/ 7020886 w 11269336"/>
              <a:gd name="connsiteY80" fmla="*/ 1510764 h 2323145"/>
              <a:gd name="connsiteX81" fmla="*/ 7017033 w 11269336"/>
              <a:gd name="connsiteY81" fmla="*/ 1510650 h 2323145"/>
              <a:gd name="connsiteX82" fmla="*/ 6995460 w 11269336"/>
              <a:gd name="connsiteY82" fmla="*/ 1511173 h 2323145"/>
              <a:gd name="connsiteX83" fmla="*/ 6962144 w 11269336"/>
              <a:gd name="connsiteY83" fmla="*/ 1541508 h 2323145"/>
              <a:gd name="connsiteX84" fmla="*/ 6910674 w 11269336"/>
              <a:gd name="connsiteY84" fmla="*/ 1554793 h 2323145"/>
              <a:gd name="connsiteX85" fmla="*/ 6732152 w 11269336"/>
              <a:gd name="connsiteY85" fmla="*/ 1642538 h 2323145"/>
              <a:gd name="connsiteX86" fmla="*/ 6694106 w 11269336"/>
              <a:gd name="connsiteY86" fmla="*/ 1632377 h 2323145"/>
              <a:gd name="connsiteX87" fmla="*/ 6617223 w 11269336"/>
              <a:gd name="connsiteY87" fmla="*/ 1659889 h 2323145"/>
              <a:gd name="connsiteX88" fmla="*/ 6521138 w 11269336"/>
              <a:gd name="connsiteY88" fmla="*/ 1744340 h 2323145"/>
              <a:gd name="connsiteX89" fmla="*/ 6380677 w 11269336"/>
              <a:gd name="connsiteY89" fmla="*/ 1796883 h 2323145"/>
              <a:gd name="connsiteX90" fmla="*/ 6374897 w 11269336"/>
              <a:gd name="connsiteY90" fmla="*/ 1809910 h 2323145"/>
              <a:gd name="connsiteX91" fmla="*/ 6364545 w 11269336"/>
              <a:gd name="connsiteY91" fmla="*/ 1820090 h 2323145"/>
              <a:gd name="connsiteX92" fmla="*/ 6362126 w 11269336"/>
              <a:gd name="connsiteY92" fmla="*/ 1819991 h 2323145"/>
              <a:gd name="connsiteX93" fmla="*/ 6346673 w 11269336"/>
              <a:gd name="connsiteY93" fmla="*/ 1827824 h 2323145"/>
              <a:gd name="connsiteX94" fmla="*/ 6345588 w 11269336"/>
              <a:gd name="connsiteY94" fmla="*/ 1832232 h 2323145"/>
              <a:gd name="connsiteX95" fmla="*/ 6335708 w 11269336"/>
              <a:gd name="connsiteY95" fmla="*/ 1838451 h 2323145"/>
              <a:gd name="connsiteX96" fmla="*/ 6318182 w 11269336"/>
              <a:gd name="connsiteY96" fmla="*/ 1852975 h 2323145"/>
              <a:gd name="connsiteX97" fmla="*/ 6313084 w 11269336"/>
              <a:gd name="connsiteY97" fmla="*/ 1853561 h 2323145"/>
              <a:gd name="connsiteX98" fmla="*/ 6283816 w 11269336"/>
              <a:gd name="connsiteY98" fmla="*/ 1872148 h 2323145"/>
              <a:gd name="connsiteX99" fmla="*/ 6282550 w 11269336"/>
              <a:gd name="connsiteY99" fmla="*/ 1871392 h 2323145"/>
              <a:gd name="connsiteX100" fmla="*/ 6270527 w 11269336"/>
              <a:gd name="connsiteY100" fmla="*/ 1872208 h 2323145"/>
              <a:gd name="connsiteX101" fmla="*/ 6249518 w 11269336"/>
              <a:gd name="connsiteY101" fmla="*/ 1876079 h 2323145"/>
              <a:gd name="connsiteX102" fmla="*/ 6190386 w 11269336"/>
              <a:gd name="connsiteY102" fmla="*/ 1872478 h 2323145"/>
              <a:gd name="connsiteX103" fmla="*/ 6159777 w 11269336"/>
              <a:gd name="connsiteY103" fmla="*/ 1891745 h 2323145"/>
              <a:gd name="connsiteX104" fmla="*/ 6153131 w 11269336"/>
              <a:gd name="connsiteY104" fmla="*/ 1895079 h 2323145"/>
              <a:gd name="connsiteX105" fmla="*/ 6152798 w 11269336"/>
              <a:gd name="connsiteY105" fmla="*/ 1894920 h 2323145"/>
              <a:gd name="connsiteX106" fmla="*/ 6145388 w 11269336"/>
              <a:gd name="connsiteY106" fmla="*/ 1897990 h 2323145"/>
              <a:gd name="connsiteX107" fmla="*/ 6141014 w 11269336"/>
              <a:gd name="connsiteY107" fmla="*/ 1901155 h 2323145"/>
              <a:gd name="connsiteX108" fmla="*/ 6128122 w 11269336"/>
              <a:gd name="connsiteY108" fmla="*/ 1907623 h 2323145"/>
              <a:gd name="connsiteX109" fmla="*/ 6122351 w 11269336"/>
              <a:gd name="connsiteY109" fmla="*/ 1908359 h 2323145"/>
              <a:gd name="connsiteX110" fmla="*/ 6064750 w 11269336"/>
              <a:gd name="connsiteY110" fmla="*/ 1896394 h 2323145"/>
              <a:gd name="connsiteX111" fmla="*/ 5964230 w 11269336"/>
              <a:gd name="connsiteY111" fmla="*/ 1910038 h 2323145"/>
              <a:gd name="connsiteX112" fmla="*/ 5865399 w 11269336"/>
              <a:gd name="connsiteY112" fmla="*/ 1926966 h 2323145"/>
              <a:gd name="connsiteX113" fmla="*/ 5829951 w 11269336"/>
              <a:gd name="connsiteY113" fmla="*/ 1934755 h 2323145"/>
              <a:gd name="connsiteX114" fmla="*/ 5765285 w 11269336"/>
              <a:gd name="connsiteY114" fmla="*/ 1941322 h 2323145"/>
              <a:gd name="connsiteX115" fmla="*/ 5734750 w 11269336"/>
              <a:gd name="connsiteY115" fmla="*/ 1939793 h 2323145"/>
              <a:gd name="connsiteX116" fmla="*/ 5733569 w 11269336"/>
              <a:gd name="connsiteY116" fmla="*/ 1940505 h 2323145"/>
              <a:gd name="connsiteX117" fmla="*/ 5730329 w 11269336"/>
              <a:gd name="connsiteY117" fmla="*/ 1937845 h 2323145"/>
              <a:gd name="connsiteX118" fmla="*/ 5724661 w 11269336"/>
              <a:gd name="connsiteY118" fmla="*/ 1937455 h 2323145"/>
              <a:gd name="connsiteX119" fmla="*/ 5710186 w 11269336"/>
              <a:gd name="connsiteY119" fmla="*/ 1941370 h 2323145"/>
              <a:gd name="connsiteX120" fmla="*/ 5704910 w 11269336"/>
              <a:gd name="connsiteY120" fmla="*/ 1943663 h 2323145"/>
              <a:gd name="connsiteX121" fmla="*/ 5696836 w 11269336"/>
              <a:gd name="connsiteY121" fmla="*/ 1945271 h 2323145"/>
              <a:gd name="connsiteX122" fmla="*/ 5696583 w 11269336"/>
              <a:gd name="connsiteY122" fmla="*/ 1945050 h 2323145"/>
              <a:gd name="connsiteX123" fmla="*/ 5689123 w 11269336"/>
              <a:gd name="connsiteY123" fmla="*/ 1947067 h 2323145"/>
              <a:gd name="connsiteX124" fmla="*/ 5653291 w 11269336"/>
              <a:gd name="connsiteY124" fmla="*/ 1960245 h 2323145"/>
              <a:gd name="connsiteX125" fmla="*/ 5599385 w 11269336"/>
              <a:gd name="connsiteY125" fmla="*/ 1945198 h 2323145"/>
              <a:gd name="connsiteX126" fmla="*/ 5578300 w 11269336"/>
              <a:gd name="connsiteY126" fmla="*/ 1944963 h 2323145"/>
              <a:gd name="connsiteX127" fmla="*/ 5566758 w 11269336"/>
              <a:gd name="connsiteY127" fmla="*/ 1943441 h 2323145"/>
              <a:gd name="connsiteX128" fmla="*/ 5565857 w 11269336"/>
              <a:gd name="connsiteY128" fmla="*/ 1942445 h 2323145"/>
              <a:gd name="connsiteX129" fmla="*/ 5531534 w 11269336"/>
              <a:gd name="connsiteY129" fmla="*/ 1955208 h 2323145"/>
              <a:gd name="connsiteX130" fmla="*/ 5526552 w 11269336"/>
              <a:gd name="connsiteY130" fmla="*/ 1954799 h 2323145"/>
              <a:gd name="connsiteX131" fmla="*/ 5504723 w 11269336"/>
              <a:gd name="connsiteY131" fmla="*/ 1965811 h 2323145"/>
              <a:gd name="connsiteX132" fmla="*/ 5493156 w 11269336"/>
              <a:gd name="connsiteY132" fmla="*/ 1970063 h 2323145"/>
              <a:gd name="connsiteX133" fmla="*/ 5490486 w 11269336"/>
              <a:gd name="connsiteY133" fmla="*/ 1974227 h 2323145"/>
              <a:gd name="connsiteX134" fmla="*/ 5473107 w 11269336"/>
              <a:gd name="connsiteY134" fmla="*/ 1979001 h 2323145"/>
              <a:gd name="connsiteX135" fmla="*/ 5470885 w 11269336"/>
              <a:gd name="connsiteY135" fmla="*/ 1978432 h 2323145"/>
              <a:gd name="connsiteX136" fmla="*/ 5457393 w 11269336"/>
              <a:gd name="connsiteY136" fmla="*/ 1986525 h 2323145"/>
              <a:gd name="connsiteX137" fmla="*/ 5447102 w 11269336"/>
              <a:gd name="connsiteY137" fmla="*/ 1998329 h 2323145"/>
              <a:gd name="connsiteX138" fmla="*/ 5159151 w 11269336"/>
              <a:gd name="connsiteY138" fmla="*/ 2029640 h 2323145"/>
              <a:gd name="connsiteX139" fmla="*/ 5041688 w 11269336"/>
              <a:gd name="connsiteY139" fmla="*/ 2022334 h 2323145"/>
              <a:gd name="connsiteX140" fmla="*/ 4860988 w 11269336"/>
              <a:gd name="connsiteY140" fmla="*/ 2135698 h 2323145"/>
              <a:gd name="connsiteX141" fmla="*/ 4807902 w 11269336"/>
              <a:gd name="connsiteY141" fmla="*/ 2138894 h 2323145"/>
              <a:gd name="connsiteX142" fmla="*/ 4765388 w 11269336"/>
              <a:gd name="connsiteY142" fmla="*/ 2162525 h 2323145"/>
              <a:gd name="connsiteX143" fmla="*/ 4745033 w 11269336"/>
              <a:gd name="connsiteY143" fmla="*/ 2158859 h 2323145"/>
              <a:gd name="connsiteX144" fmla="*/ 4741475 w 11269336"/>
              <a:gd name="connsiteY144" fmla="*/ 2157998 h 2323145"/>
              <a:gd name="connsiteX145" fmla="*/ 4728247 w 11269336"/>
              <a:gd name="connsiteY145" fmla="*/ 2159526 h 2323145"/>
              <a:gd name="connsiteX146" fmla="*/ 4723263 w 11269336"/>
              <a:gd name="connsiteY146" fmla="*/ 2153742 h 2323145"/>
              <a:gd name="connsiteX147" fmla="*/ 4702453 w 11269336"/>
              <a:gd name="connsiteY147" fmla="*/ 2151586 h 2323145"/>
              <a:gd name="connsiteX148" fmla="*/ 4678455 w 11269336"/>
              <a:gd name="connsiteY148" fmla="*/ 2156131 h 2323145"/>
              <a:gd name="connsiteX149" fmla="*/ 4593061 w 11269336"/>
              <a:gd name="connsiteY149" fmla="*/ 2171597 h 2323145"/>
              <a:gd name="connsiteX150" fmla="*/ 4579902 w 11269336"/>
              <a:gd name="connsiteY150" fmla="*/ 2177927 h 2323145"/>
              <a:gd name="connsiteX151" fmla="*/ 4533444 w 11269336"/>
              <a:gd name="connsiteY151" fmla="*/ 2181200 h 2323145"/>
              <a:gd name="connsiteX152" fmla="*/ 4492832 w 11269336"/>
              <a:gd name="connsiteY152" fmla="*/ 2188033 h 2323145"/>
              <a:gd name="connsiteX153" fmla="*/ 4467257 w 11269336"/>
              <a:gd name="connsiteY153" fmla="*/ 2196121 h 2323145"/>
              <a:gd name="connsiteX154" fmla="*/ 4459937 w 11269336"/>
              <a:gd name="connsiteY154" fmla="*/ 2195182 h 2323145"/>
              <a:gd name="connsiteX155" fmla="*/ 4433312 w 11269336"/>
              <a:gd name="connsiteY155" fmla="*/ 2199004 h 2323145"/>
              <a:gd name="connsiteX156" fmla="*/ 4420601 w 11269336"/>
              <a:gd name="connsiteY156" fmla="*/ 2205158 h 2323145"/>
              <a:gd name="connsiteX157" fmla="*/ 4405765 w 11269336"/>
              <a:gd name="connsiteY157" fmla="*/ 2199902 h 2323145"/>
              <a:gd name="connsiteX158" fmla="*/ 4401354 w 11269336"/>
              <a:gd name="connsiteY158" fmla="*/ 2194745 h 2323145"/>
              <a:gd name="connsiteX159" fmla="*/ 4383151 w 11269336"/>
              <a:gd name="connsiteY159" fmla="*/ 2201140 h 2323145"/>
              <a:gd name="connsiteX160" fmla="*/ 4366646 w 11269336"/>
              <a:gd name="connsiteY160" fmla="*/ 2198564 h 2323145"/>
              <a:gd name="connsiteX161" fmla="*/ 4354009 w 11269336"/>
              <a:gd name="connsiteY161" fmla="*/ 2204984 h 2323145"/>
              <a:gd name="connsiteX162" fmla="*/ 4348284 w 11269336"/>
              <a:gd name="connsiteY162" fmla="*/ 2205270 h 2323145"/>
              <a:gd name="connsiteX163" fmla="*/ 4333906 w 11269336"/>
              <a:gd name="connsiteY163" fmla="*/ 2205251 h 2323145"/>
              <a:gd name="connsiteX164" fmla="*/ 4308819 w 11269336"/>
              <a:gd name="connsiteY164" fmla="*/ 2203822 h 2323145"/>
              <a:gd name="connsiteX165" fmla="*/ 4301210 w 11269336"/>
              <a:gd name="connsiteY165" fmla="*/ 2204456 h 2323145"/>
              <a:gd name="connsiteX166" fmla="*/ 4283095 w 11269336"/>
              <a:gd name="connsiteY166" fmla="*/ 2198177 h 2323145"/>
              <a:gd name="connsiteX167" fmla="*/ 4250119 w 11269336"/>
              <a:gd name="connsiteY167" fmla="*/ 2196342 h 2323145"/>
              <a:gd name="connsiteX168" fmla="*/ 4189203 w 11269336"/>
              <a:gd name="connsiteY168" fmla="*/ 2178994 h 2323145"/>
              <a:gd name="connsiteX169" fmla="*/ 4154035 w 11269336"/>
              <a:gd name="connsiteY169" fmla="*/ 2171950 h 2323145"/>
              <a:gd name="connsiteX170" fmla="*/ 4129569 w 11269336"/>
              <a:gd name="connsiteY170" fmla="*/ 2163850 h 2323145"/>
              <a:gd name="connsiteX171" fmla="*/ 4061250 w 11269336"/>
              <a:gd name="connsiteY171" fmla="*/ 2159236 h 2323145"/>
              <a:gd name="connsiteX172" fmla="*/ 3945480 w 11269336"/>
              <a:gd name="connsiteY172" fmla="*/ 2158279 h 2323145"/>
              <a:gd name="connsiteX173" fmla="*/ 3921468 w 11269336"/>
              <a:gd name="connsiteY173" fmla="*/ 2156588 h 2323145"/>
              <a:gd name="connsiteX174" fmla="*/ 3903348 w 11269336"/>
              <a:gd name="connsiteY174" fmla="*/ 2149220 h 2323145"/>
              <a:gd name="connsiteX175" fmla="*/ 3901342 w 11269336"/>
              <a:gd name="connsiteY175" fmla="*/ 2142355 h 2323145"/>
              <a:gd name="connsiteX176" fmla="*/ 3888539 w 11269336"/>
              <a:gd name="connsiteY176" fmla="*/ 2140476 h 2323145"/>
              <a:gd name="connsiteX177" fmla="*/ 3885662 w 11269336"/>
              <a:gd name="connsiteY177" fmla="*/ 2138740 h 2323145"/>
              <a:gd name="connsiteX178" fmla="*/ 3868627 w 11269336"/>
              <a:gd name="connsiteY178" fmla="*/ 2130023 h 2323145"/>
              <a:gd name="connsiteX179" fmla="*/ 3819177 w 11269336"/>
              <a:gd name="connsiteY179" fmla="*/ 2142111 h 2323145"/>
              <a:gd name="connsiteX180" fmla="*/ 3769100 w 11269336"/>
              <a:gd name="connsiteY180" fmla="*/ 2131731 h 2323145"/>
              <a:gd name="connsiteX181" fmla="*/ 3562752 w 11269336"/>
              <a:gd name="connsiteY181" fmla="*/ 2131785 h 2323145"/>
              <a:gd name="connsiteX182" fmla="*/ 3541402 w 11269336"/>
              <a:gd name="connsiteY182" fmla="*/ 2106821 h 2323145"/>
              <a:gd name="connsiteX183" fmla="*/ 3365341 w 11269336"/>
              <a:gd name="connsiteY183" fmla="*/ 2077638 h 2323145"/>
              <a:gd name="connsiteX184" fmla="*/ 3170922 w 11269336"/>
              <a:gd name="connsiteY184" fmla="*/ 2115957 h 2323145"/>
              <a:gd name="connsiteX185" fmla="*/ 3156256 w 11269336"/>
              <a:gd name="connsiteY185" fmla="*/ 2124773 h 2323145"/>
              <a:gd name="connsiteX186" fmla="*/ 3140298 w 11269336"/>
              <a:gd name="connsiteY186" fmla="*/ 2129182 h 2323145"/>
              <a:gd name="connsiteX187" fmla="*/ 3138514 w 11269336"/>
              <a:gd name="connsiteY187" fmla="*/ 2128069 h 2323145"/>
              <a:gd name="connsiteX188" fmla="*/ 3120467 w 11269336"/>
              <a:gd name="connsiteY188" fmla="*/ 2128281 h 2323145"/>
              <a:gd name="connsiteX189" fmla="*/ 3116175 w 11269336"/>
              <a:gd name="connsiteY189" fmla="*/ 2131633 h 2323145"/>
              <a:gd name="connsiteX190" fmla="*/ 3103685 w 11269336"/>
              <a:gd name="connsiteY190" fmla="*/ 2132814 h 2323145"/>
              <a:gd name="connsiteX191" fmla="*/ 3078794 w 11269336"/>
              <a:gd name="connsiteY191" fmla="*/ 2137935 h 2323145"/>
              <a:gd name="connsiteX192" fmla="*/ 3074407 w 11269336"/>
              <a:gd name="connsiteY192" fmla="*/ 2136274 h 2323145"/>
              <a:gd name="connsiteX193" fmla="*/ 3037285 w 11269336"/>
              <a:gd name="connsiteY193" fmla="*/ 2139919 h 2323145"/>
              <a:gd name="connsiteX194" fmla="*/ 3036901 w 11269336"/>
              <a:gd name="connsiteY194" fmla="*/ 2138726 h 2323145"/>
              <a:gd name="connsiteX195" fmla="*/ 3026996 w 11269336"/>
              <a:gd name="connsiteY195" fmla="*/ 2134322 h 2323145"/>
              <a:gd name="connsiteX196" fmla="*/ 3007772 w 11269336"/>
              <a:gd name="connsiteY196" fmla="*/ 2128742 h 2323145"/>
              <a:gd name="connsiteX197" fmla="*/ 2965030 w 11269336"/>
              <a:gd name="connsiteY197" fmla="*/ 2100494 h 2323145"/>
              <a:gd name="connsiteX198" fmla="*/ 2926342 w 11269336"/>
              <a:gd name="connsiteY198" fmla="*/ 2104155 h 2323145"/>
              <a:gd name="connsiteX199" fmla="*/ 2918608 w 11269336"/>
              <a:gd name="connsiteY199" fmla="*/ 2104215 h 2323145"/>
              <a:gd name="connsiteX200" fmla="*/ 2918475 w 11269336"/>
              <a:gd name="connsiteY200" fmla="*/ 2103937 h 2323145"/>
              <a:gd name="connsiteX201" fmla="*/ 2910360 w 11269336"/>
              <a:gd name="connsiteY201" fmla="*/ 2103444 h 2323145"/>
              <a:gd name="connsiteX202" fmla="*/ 2904507 w 11269336"/>
              <a:gd name="connsiteY202" fmla="*/ 2104326 h 2323145"/>
              <a:gd name="connsiteX203" fmla="*/ 2889503 w 11269336"/>
              <a:gd name="connsiteY203" fmla="*/ 2104443 h 2323145"/>
              <a:gd name="connsiteX204" fmla="*/ 2884480 w 11269336"/>
              <a:gd name="connsiteY204" fmla="*/ 2102626 h 2323145"/>
              <a:gd name="connsiteX205" fmla="*/ 2882689 w 11269336"/>
              <a:gd name="connsiteY205" fmla="*/ 2099228 h 2323145"/>
              <a:gd name="connsiteX206" fmla="*/ 2881291 w 11269336"/>
              <a:gd name="connsiteY206" fmla="*/ 2099618 h 2323145"/>
              <a:gd name="connsiteX207" fmla="*/ 2853979 w 11269336"/>
              <a:gd name="connsiteY207" fmla="*/ 2090388 h 2323145"/>
              <a:gd name="connsiteX208" fmla="*/ 2791790 w 11269336"/>
              <a:gd name="connsiteY208" fmla="*/ 2080332 h 2323145"/>
              <a:gd name="connsiteX209" fmla="*/ 2755844 w 11269336"/>
              <a:gd name="connsiteY209" fmla="*/ 2078874 h 2323145"/>
              <a:gd name="connsiteX210" fmla="*/ 2657742 w 11269336"/>
              <a:gd name="connsiteY210" fmla="*/ 2070179 h 2323145"/>
              <a:gd name="connsiteX211" fmla="*/ 2559549 w 11269336"/>
              <a:gd name="connsiteY211" fmla="*/ 2057873 h 2323145"/>
              <a:gd name="connsiteX212" fmla="*/ 2512054 w 11269336"/>
              <a:gd name="connsiteY212" fmla="*/ 2031671 h 2323145"/>
              <a:gd name="connsiteX213" fmla="*/ 2506437 w 11269336"/>
              <a:gd name="connsiteY213" fmla="*/ 2030918 h 2323145"/>
              <a:gd name="connsiteX214" fmla="*/ 2491752 w 11269336"/>
              <a:gd name="connsiteY214" fmla="*/ 2033906 h 2323145"/>
              <a:gd name="connsiteX215" fmla="*/ 2486338 w 11269336"/>
              <a:gd name="connsiteY215" fmla="*/ 2035862 h 2323145"/>
              <a:gd name="connsiteX216" fmla="*/ 2478186 w 11269336"/>
              <a:gd name="connsiteY216" fmla="*/ 2036953 h 2323145"/>
              <a:gd name="connsiteX217" fmla="*/ 2477950 w 11269336"/>
              <a:gd name="connsiteY217" fmla="*/ 2036715 h 2323145"/>
              <a:gd name="connsiteX218" fmla="*/ 2470381 w 11269336"/>
              <a:gd name="connsiteY218" fmla="*/ 2038256 h 2323145"/>
              <a:gd name="connsiteX219" fmla="*/ 2433781 w 11269336"/>
              <a:gd name="connsiteY219" fmla="*/ 2049140 h 2323145"/>
              <a:gd name="connsiteX220" fmla="*/ 2381172 w 11269336"/>
              <a:gd name="connsiteY220" fmla="*/ 2030645 h 2323145"/>
              <a:gd name="connsiteX221" fmla="*/ 2360198 w 11269336"/>
              <a:gd name="connsiteY221" fmla="*/ 2029059 h 2323145"/>
              <a:gd name="connsiteX222" fmla="*/ 2348815 w 11269336"/>
              <a:gd name="connsiteY222" fmla="*/ 2026798 h 2323145"/>
              <a:gd name="connsiteX223" fmla="*/ 2347988 w 11269336"/>
              <a:gd name="connsiteY223" fmla="*/ 2025745 h 2323145"/>
              <a:gd name="connsiteX224" fmla="*/ 2312920 w 11269336"/>
              <a:gd name="connsiteY224" fmla="*/ 2036311 h 2323145"/>
              <a:gd name="connsiteX225" fmla="*/ 2307986 w 11269336"/>
              <a:gd name="connsiteY225" fmla="*/ 2035583 h 2323145"/>
              <a:gd name="connsiteX226" fmla="*/ 2285481 w 11269336"/>
              <a:gd name="connsiteY226" fmla="*/ 2045197 h 2323145"/>
              <a:gd name="connsiteX227" fmla="*/ 2273666 w 11269336"/>
              <a:gd name="connsiteY227" fmla="*/ 2048710 h 2323145"/>
              <a:gd name="connsiteX228" fmla="*/ 2270719 w 11269336"/>
              <a:gd name="connsiteY228" fmla="*/ 2052702 h 2323145"/>
              <a:gd name="connsiteX229" fmla="*/ 2253080 w 11269336"/>
              <a:gd name="connsiteY229" fmla="*/ 2056363 h 2323145"/>
              <a:gd name="connsiteX230" fmla="*/ 2250906 w 11269336"/>
              <a:gd name="connsiteY230" fmla="*/ 2055654 h 2323145"/>
              <a:gd name="connsiteX231" fmla="*/ 2236905 w 11269336"/>
              <a:gd name="connsiteY231" fmla="*/ 2062882 h 2323145"/>
              <a:gd name="connsiteX232" fmla="*/ 2225830 w 11269336"/>
              <a:gd name="connsiteY232" fmla="*/ 2074027 h 2323145"/>
              <a:gd name="connsiteX233" fmla="*/ 2073776 w 11269336"/>
              <a:gd name="connsiteY233" fmla="*/ 2089244 h 2323145"/>
              <a:gd name="connsiteX234" fmla="*/ 1948256 w 11269336"/>
              <a:gd name="connsiteY234" fmla="*/ 2146616 h 2323145"/>
              <a:gd name="connsiteX235" fmla="*/ 1865582 w 11269336"/>
              <a:gd name="connsiteY235" fmla="*/ 2153738 h 2323145"/>
              <a:gd name="connsiteX236" fmla="*/ 1835210 w 11269336"/>
              <a:gd name="connsiteY236" fmla="*/ 2134244 h 2323145"/>
              <a:gd name="connsiteX237" fmla="*/ 1632661 w 11269336"/>
              <a:gd name="connsiteY237" fmla="*/ 2173882 h 2323145"/>
              <a:gd name="connsiteX238" fmla="*/ 1579590 w 11269336"/>
              <a:gd name="connsiteY238" fmla="*/ 2173680 h 2323145"/>
              <a:gd name="connsiteX239" fmla="*/ 1535601 w 11269336"/>
              <a:gd name="connsiteY239" fmla="*/ 2194590 h 2323145"/>
              <a:gd name="connsiteX240" fmla="*/ 1515594 w 11269336"/>
              <a:gd name="connsiteY240" fmla="*/ 2189622 h 2323145"/>
              <a:gd name="connsiteX241" fmla="*/ 1512113 w 11269336"/>
              <a:gd name="connsiteY241" fmla="*/ 2188534 h 2323145"/>
              <a:gd name="connsiteX242" fmla="*/ 1498838 w 11269336"/>
              <a:gd name="connsiteY242" fmla="*/ 2189213 h 2323145"/>
              <a:gd name="connsiteX243" fmla="*/ 1494279 w 11269336"/>
              <a:gd name="connsiteY243" fmla="*/ 2183112 h 2323145"/>
              <a:gd name="connsiteX244" fmla="*/ 1473714 w 11269336"/>
              <a:gd name="connsiteY244" fmla="*/ 2179625 h 2323145"/>
              <a:gd name="connsiteX245" fmla="*/ 1449503 w 11269336"/>
              <a:gd name="connsiteY245" fmla="*/ 2182633 h 2323145"/>
              <a:gd name="connsiteX246" fmla="*/ 1266687 w 11269336"/>
              <a:gd name="connsiteY246" fmla="*/ 2212688 h 2323145"/>
              <a:gd name="connsiteX247" fmla="*/ 1239614 w 11269336"/>
              <a:gd name="connsiteY247" fmla="*/ 2209727 h 2323145"/>
              <a:gd name="connsiteX248" fmla="*/ 1202436 w 11269336"/>
              <a:gd name="connsiteY248" fmla="*/ 2209817 h 2323145"/>
              <a:gd name="connsiteX249" fmla="*/ 1136097 w 11269336"/>
              <a:gd name="connsiteY249" fmla="*/ 2205112 h 2323145"/>
              <a:gd name="connsiteX250" fmla="*/ 988232 w 11269336"/>
              <a:gd name="connsiteY250" fmla="*/ 2235635 h 2323145"/>
              <a:gd name="connsiteX251" fmla="*/ 981959 w 11269336"/>
              <a:gd name="connsiteY251" fmla="*/ 2231607 h 2323145"/>
              <a:gd name="connsiteX252" fmla="*/ 938600 w 11269336"/>
              <a:gd name="connsiteY252" fmla="*/ 2238113 h 2323145"/>
              <a:gd name="connsiteX253" fmla="*/ 791788 w 11269336"/>
              <a:gd name="connsiteY253" fmla="*/ 2293224 h 2323145"/>
              <a:gd name="connsiteX254" fmla="*/ 706914 w 11269336"/>
              <a:gd name="connsiteY254" fmla="*/ 2305046 h 2323145"/>
              <a:gd name="connsiteX255" fmla="*/ 675971 w 11269336"/>
              <a:gd name="connsiteY255" fmla="*/ 2304030 h 2323145"/>
              <a:gd name="connsiteX256" fmla="*/ 624180 w 11269336"/>
              <a:gd name="connsiteY256" fmla="*/ 2302650 h 2323145"/>
              <a:gd name="connsiteX257" fmla="*/ 583453 w 11269336"/>
              <a:gd name="connsiteY257" fmla="*/ 2288788 h 2323145"/>
              <a:gd name="connsiteX258" fmla="*/ 540946 w 11269336"/>
              <a:gd name="connsiteY258" fmla="*/ 2292721 h 2323145"/>
              <a:gd name="connsiteX259" fmla="*/ 533680 w 11269336"/>
              <a:gd name="connsiteY259" fmla="*/ 2310233 h 2323145"/>
              <a:gd name="connsiteX260" fmla="*/ 487366 w 11269336"/>
              <a:gd name="connsiteY260" fmla="*/ 2309053 h 2323145"/>
              <a:gd name="connsiteX261" fmla="*/ 416820 w 11269336"/>
              <a:gd name="connsiteY261" fmla="*/ 2305443 h 2323145"/>
              <a:gd name="connsiteX262" fmla="*/ 376805 w 11269336"/>
              <a:gd name="connsiteY262" fmla="*/ 2307647 h 2323145"/>
              <a:gd name="connsiteX263" fmla="*/ 266777 w 11269336"/>
              <a:gd name="connsiteY263" fmla="*/ 2309012 h 2323145"/>
              <a:gd name="connsiteX264" fmla="*/ 156013 w 11269336"/>
              <a:gd name="connsiteY264" fmla="*/ 2306832 h 2323145"/>
              <a:gd name="connsiteX265" fmla="*/ 87258 w 11269336"/>
              <a:gd name="connsiteY265" fmla="*/ 2285511 h 2323145"/>
              <a:gd name="connsiteX266" fmla="*/ 23798 w 11269336"/>
              <a:gd name="connsiteY266" fmla="*/ 2281822 h 2323145"/>
              <a:gd name="connsiteX267" fmla="*/ 0 w 11269336"/>
              <a:gd name="connsiteY267" fmla="*/ 2285369 h 2323145"/>
              <a:gd name="connsiteX268" fmla="*/ 0 w 11269336"/>
              <a:gd name="connsiteY26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795998 w 11269336"/>
              <a:gd name="connsiteY32" fmla="*/ 863337 h 2323145"/>
              <a:gd name="connsiteX33" fmla="*/ 8776970 w 11269336"/>
              <a:gd name="connsiteY33" fmla="*/ 885177 h 2323145"/>
              <a:gd name="connsiteX34" fmla="*/ 8755719 w 11269336"/>
              <a:gd name="connsiteY34" fmla="*/ 889754 h 2323145"/>
              <a:gd name="connsiteX35" fmla="*/ 8743257 w 11269336"/>
              <a:gd name="connsiteY35" fmla="*/ 904723 h 2323145"/>
              <a:gd name="connsiteX36" fmla="*/ 8721366 w 11269336"/>
              <a:gd name="connsiteY36" fmla="*/ 904711 h 2323145"/>
              <a:gd name="connsiteX37" fmla="*/ 8678353 w 11269336"/>
              <a:gd name="connsiteY37" fmla="*/ 926318 h 2323145"/>
              <a:gd name="connsiteX38" fmla="*/ 8636849 w 11269336"/>
              <a:gd name="connsiteY38" fmla="*/ 937900 h 2323145"/>
              <a:gd name="connsiteX39" fmla="*/ 8620213 w 11269336"/>
              <a:gd name="connsiteY39" fmla="*/ 943068 h 2323145"/>
              <a:gd name="connsiteX40" fmla="*/ 8612581 w 11269336"/>
              <a:gd name="connsiteY40" fmla="*/ 952695 h 2323145"/>
              <a:gd name="connsiteX41" fmla="*/ 8589038 w 11269336"/>
              <a:gd name="connsiteY41" fmla="*/ 963892 h 2323145"/>
              <a:gd name="connsiteX42" fmla="*/ 8579950 w 11269336"/>
              <a:gd name="connsiteY42" fmla="*/ 960899 h 2323145"/>
              <a:gd name="connsiteX43" fmla="*/ 8579319 w 11269336"/>
              <a:gd name="connsiteY43" fmla="*/ 965630 h 2323145"/>
              <a:gd name="connsiteX44" fmla="*/ 8547429 w 11269336"/>
              <a:gd name="connsiteY44" fmla="*/ 984506 h 2323145"/>
              <a:gd name="connsiteX45" fmla="*/ 8478704 w 11269336"/>
              <a:gd name="connsiteY45" fmla="*/ 1025490 h 2323145"/>
              <a:gd name="connsiteX46" fmla="*/ 8461421 w 11269336"/>
              <a:gd name="connsiteY46" fmla="*/ 1035512 h 2323145"/>
              <a:gd name="connsiteX47" fmla="*/ 8445003 w 11269336"/>
              <a:gd name="connsiteY47" fmla="*/ 1036851 h 2323145"/>
              <a:gd name="connsiteX48" fmla="*/ 8357350 w 11269336"/>
              <a:gd name="connsiteY48" fmla="*/ 1060213 h 2323145"/>
              <a:gd name="connsiteX49" fmla="*/ 8335565 w 11269336"/>
              <a:gd name="connsiteY49" fmla="*/ 1061151 h 2323145"/>
              <a:gd name="connsiteX50" fmla="*/ 8325267 w 11269336"/>
              <a:gd name="connsiteY50" fmla="*/ 1055919 h 2323145"/>
              <a:gd name="connsiteX51" fmla="*/ 8293586 w 11269336"/>
              <a:gd name="connsiteY51" fmla="*/ 1076144 h 2323145"/>
              <a:gd name="connsiteX52" fmla="*/ 8242405 w 11269336"/>
              <a:gd name="connsiteY52" fmla="*/ 1095960 h 2323145"/>
              <a:gd name="connsiteX53" fmla="*/ 8197391 w 11269336"/>
              <a:gd name="connsiteY53" fmla="*/ 1107746 h 2323145"/>
              <a:gd name="connsiteX54" fmla="*/ 8081474 w 11269336"/>
              <a:gd name="connsiteY54" fmla="*/ 1130125 h 2323145"/>
              <a:gd name="connsiteX55" fmla="*/ 8053585 w 11269336"/>
              <a:gd name="connsiteY55" fmla="*/ 1129169 h 2323145"/>
              <a:gd name="connsiteX56" fmla="*/ 8038422 w 11269336"/>
              <a:gd name="connsiteY56" fmla="*/ 1119092 h 2323145"/>
              <a:gd name="connsiteX57" fmla="*/ 8029450 w 11269336"/>
              <a:gd name="connsiteY57" fmla="*/ 1125592 h 2323145"/>
              <a:gd name="connsiteX58" fmla="*/ 7959552 w 11269336"/>
              <a:gd name="connsiteY58" fmla="*/ 1140188 h 2323145"/>
              <a:gd name="connsiteX59" fmla="*/ 7914188 w 11269336"/>
              <a:gd name="connsiteY59" fmla="*/ 1150862 h 2323145"/>
              <a:gd name="connsiteX60" fmla="*/ 7914918 w 11269336"/>
              <a:gd name="connsiteY60" fmla="*/ 1168758 h 2323145"/>
              <a:gd name="connsiteX61" fmla="*/ 7875510 w 11269336"/>
              <a:gd name="connsiteY61" fmla="*/ 1183153 h 2323145"/>
              <a:gd name="connsiteX62" fmla="*/ 7829932 w 11269336"/>
              <a:gd name="connsiteY62" fmla="*/ 1180782 h 2323145"/>
              <a:gd name="connsiteX63" fmla="*/ 7779182 w 11269336"/>
              <a:gd name="connsiteY63" fmla="*/ 1192665 h 2323145"/>
              <a:gd name="connsiteX64" fmla="*/ 7748774 w 11269336"/>
              <a:gd name="connsiteY64" fmla="*/ 1199586 h 2323145"/>
              <a:gd name="connsiteX65" fmla="*/ 7671846 w 11269336"/>
              <a:gd name="connsiteY65" fmla="*/ 1231966 h 2323145"/>
              <a:gd name="connsiteX66" fmla="*/ 7554146 w 11269336"/>
              <a:gd name="connsiteY66" fmla="*/ 1319748 h 2323145"/>
              <a:gd name="connsiteX67" fmla="*/ 7515052 w 11269336"/>
              <a:gd name="connsiteY67" fmla="*/ 1336718 h 2323145"/>
              <a:gd name="connsiteX68" fmla="*/ 7507193 w 11269336"/>
              <a:gd name="connsiteY68" fmla="*/ 1334617 h 2323145"/>
              <a:gd name="connsiteX69" fmla="*/ 7461694 w 11269336"/>
              <a:gd name="connsiteY69" fmla="*/ 1375866 h 2323145"/>
              <a:gd name="connsiteX70" fmla="*/ 7377571 w 11269336"/>
              <a:gd name="connsiteY70" fmla="*/ 1400128 h 2323145"/>
              <a:gd name="connsiteX71" fmla="*/ 7311261 w 11269336"/>
              <a:gd name="connsiteY71" fmla="*/ 1412652 h 2323145"/>
              <a:gd name="connsiteX72" fmla="*/ 7275307 w 11269336"/>
              <a:gd name="connsiteY72" fmla="*/ 1422171 h 2323145"/>
              <a:gd name="connsiteX73" fmla="*/ 7247783 w 11269336"/>
              <a:gd name="connsiteY73" fmla="*/ 1426330 h 2323145"/>
              <a:gd name="connsiteX74" fmla="*/ 7185047 w 11269336"/>
              <a:gd name="connsiteY74" fmla="*/ 1451812 h 2323145"/>
              <a:gd name="connsiteX75" fmla="*/ 7084117 w 11269336"/>
              <a:gd name="connsiteY75" fmla="*/ 1500281 h 2323145"/>
              <a:gd name="connsiteX76" fmla="*/ 7062011 w 11269336"/>
              <a:gd name="connsiteY76" fmla="*/ 1509183 h 2323145"/>
              <a:gd name="connsiteX77" fmla="*/ 7040555 w 11269336"/>
              <a:gd name="connsiteY77" fmla="*/ 1511207 h 2323145"/>
              <a:gd name="connsiteX78" fmla="*/ 7033438 w 11269336"/>
              <a:gd name="connsiteY78" fmla="*/ 1506772 h 2323145"/>
              <a:gd name="connsiteX79" fmla="*/ 7020886 w 11269336"/>
              <a:gd name="connsiteY79" fmla="*/ 1510764 h 2323145"/>
              <a:gd name="connsiteX80" fmla="*/ 7017033 w 11269336"/>
              <a:gd name="connsiteY80" fmla="*/ 1510650 h 2323145"/>
              <a:gd name="connsiteX81" fmla="*/ 6995460 w 11269336"/>
              <a:gd name="connsiteY81" fmla="*/ 1511173 h 2323145"/>
              <a:gd name="connsiteX82" fmla="*/ 6962144 w 11269336"/>
              <a:gd name="connsiteY82" fmla="*/ 1541508 h 2323145"/>
              <a:gd name="connsiteX83" fmla="*/ 6910674 w 11269336"/>
              <a:gd name="connsiteY83" fmla="*/ 1554793 h 2323145"/>
              <a:gd name="connsiteX84" fmla="*/ 6732152 w 11269336"/>
              <a:gd name="connsiteY84" fmla="*/ 1642538 h 2323145"/>
              <a:gd name="connsiteX85" fmla="*/ 6694106 w 11269336"/>
              <a:gd name="connsiteY85" fmla="*/ 1632377 h 2323145"/>
              <a:gd name="connsiteX86" fmla="*/ 6617223 w 11269336"/>
              <a:gd name="connsiteY86" fmla="*/ 1659889 h 2323145"/>
              <a:gd name="connsiteX87" fmla="*/ 6521138 w 11269336"/>
              <a:gd name="connsiteY87" fmla="*/ 1744340 h 2323145"/>
              <a:gd name="connsiteX88" fmla="*/ 6380677 w 11269336"/>
              <a:gd name="connsiteY88" fmla="*/ 1796883 h 2323145"/>
              <a:gd name="connsiteX89" fmla="*/ 6374897 w 11269336"/>
              <a:gd name="connsiteY89" fmla="*/ 1809910 h 2323145"/>
              <a:gd name="connsiteX90" fmla="*/ 6364545 w 11269336"/>
              <a:gd name="connsiteY90" fmla="*/ 1820090 h 2323145"/>
              <a:gd name="connsiteX91" fmla="*/ 6362126 w 11269336"/>
              <a:gd name="connsiteY91" fmla="*/ 1819991 h 2323145"/>
              <a:gd name="connsiteX92" fmla="*/ 6346673 w 11269336"/>
              <a:gd name="connsiteY92" fmla="*/ 1827824 h 2323145"/>
              <a:gd name="connsiteX93" fmla="*/ 6345588 w 11269336"/>
              <a:gd name="connsiteY93" fmla="*/ 1832232 h 2323145"/>
              <a:gd name="connsiteX94" fmla="*/ 6335708 w 11269336"/>
              <a:gd name="connsiteY94" fmla="*/ 1838451 h 2323145"/>
              <a:gd name="connsiteX95" fmla="*/ 6318182 w 11269336"/>
              <a:gd name="connsiteY95" fmla="*/ 1852975 h 2323145"/>
              <a:gd name="connsiteX96" fmla="*/ 6313084 w 11269336"/>
              <a:gd name="connsiteY96" fmla="*/ 1853561 h 2323145"/>
              <a:gd name="connsiteX97" fmla="*/ 6283816 w 11269336"/>
              <a:gd name="connsiteY97" fmla="*/ 1872148 h 2323145"/>
              <a:gd name="connsiteX98" fmla="*/ 6282550 w 11269336"/>
              <a:gd name="connsiteY98" fmla="*/ 1871392 h 2323145"/>
              <a:gd name="connsiteX99" fmla="*/ 6270527 w 11269336"/>
              <a:gd name="connsiteY99" fmla="*/ 1872208 h 2323145"/>
              <a:gd name="connsiteX100" fmla="*/ 6249518 w 11269336"/>
              <a:gd name="connsiteY100" fmla="*/ 1876079 h 2323145"/>
              <a:gd name="connsiteX101" fmla="*/ 6190386 w 11269336"/>
              <a:gd name="connsiteY101" fmla="*/ 1872478 h 2323145"/>
              <a:gd name="connsiteX102" fmla="*/ 6159777 w 11269336"/>
              <a:gd name="connsiteY102" fmla="*/ 1891745 h 2323145"/>
              <a:gd name="connsiteX103" fmla="*/ 6153131 w 11269336"/>
              <a:gd name="connsiteY103" fmla="*/ 1895079 h 2323145"/>
              <a:gd name="connsiteX104" fmla="*/ 6152798 w 11269336"/>
              <a:gd name="connsiteY104" fmla="*/ 1894920 h 2323145"/>
              <a:gd name="connsiteX105" fmla="*/ 6145388 w 11269336"/>
              <a:gd name="connsiteY105" fmla="*/ 1897990 h 2323145"/>
              <a:gd name="connsiteX106" fmla="*/ 6141014 w 11269336"/>
              <a:gd name="connsiteY106" fmla="*/ 1901155 h 2323145"/>
              <a:gd name="connsiteX107" fmla="*/ 6128122 w 11269336"/>
              <a:gd name="connsiteY107" fmla="*/ 1907623 h 2323145"/>
              <a:gd name="connsiteX108" fmla="*/ 6122351 w 11269336"/>
              <a:gd name="connsiteY108" fmla="*/ 1908359 h 2323145"/>
              <a:gd name="connsiteX109" fmla="*/ 6064750 w 11269336"/>
              <a:gd name="connsiteY109" fmla="*/ 1896394 h 2323145"/>
              <a:gd name="connsiteX110" fmla="*/ 5964230 w 11269336"/>
              <a:gd name="connsiteY110" fmla="*/ 1910038 h 2323145"/>
              <a:gd name="connsiteX111" fmla="*/ 5865399 w 11269336"/>
              <a:gd name="connsiteY111" fmla="*/ 1926966 h 2323145"/>
              <a:gd name="connsiteX112" fmla="*/ 5829951 w 11269336"/>
              <a:gd name="connsiteY112" fmla="*/ 1934755 h 2323145"/>
              <a:gd name="connsiteX113" fmla="*/ 5765285 w 11269336"/>
              <a:gd name="connsiteY113" fmla="*/ 1941322 h 2323145"/>
              <a:gd name="connsiteX114" fmla="*/ 5734750 w 11269336"/>
              <a:gd name="connsiteY114" fmla="*/ 1939793 h 2323145"/>
              <a:gd name="connsiteX115" fmla="*/ 5733569 w 11269336"/>
              <a:gd name="connsiteY115" fmla="*/ 1940505 h 2323145"/>
              <a:gd name="connsiteX116" fmla="*/ 5730329 w 11269336"/>
              <a:gd name="connsiteY116" fmla="*/ 1937845 h 2323145"/>
              <a:gd name="connsiteX117" fmla="*/ 5724661 w 11269336"/>
              <a:gd name="connsiteY117" fmla="*/ 1937455 h 2323145"/>
              <a:gd name="connsiteX118" fmla="*/ 5710186 w 11269336"/>
              <a:gd name="connsiteY118" fmla="*/ 1941370 h 2323145"/>
              <a:gd name="connsiteX119" fmla="*/ 5704910 w 11269336"/>
              <a:gd name="connsiteY119" fmla="*/ 1943663 h 2323145"/>
              <a:gd name="connsiteX120" fmla="*/ 5696836 w 11269336"/>
              <a:gd name="connsiteY120" fmla="*/ 1945271 h 2323145"/>
              <a:gd name="connsiteX121" fmla="*/ 5696583 w 11269336"/>
              <a:gd name="connsiteY121" fmla="*/ 1945050 h 2323145"/>
              <a:gd name="connsiteX122" fmla="*/ 5689123 w 11269336"/>
              <a:gd name="connsiteY122" fmla="*/ 1947067 h 2323145"/>
              <a:gd name="connsiteX123" fmla="*/ 5653291 w 11269336"/>
              <a:gd name="connsiteY123" fmla="*/ 1960245 h 2323145"/>
              <a:gd name="connsiteX124" fmla="*/ 5599385 w 11269336"/>
              <a:gd name="connsiteY124" fmla="*/ 1945198 h 2323145"/>
              <a:gd name="connsiteX125" fmla="*/ 5578300 w 11269336"/>
              <a:gd name="connsiteY125" fmla="*/ 1944963 h 2323145"/>
              <a:gd name="connsiteX126" fmla="*/ 5566758 w 11269336"/>
              <a:gd name="connsiteY126" fmla="*/ 1943441 h 2323145"/>
              <a:gd name="connsiteX127" fmla="*/ 5565857 w 11269336"/>
              <a:gd name="connsiteY127" fmla="*/ 1942445 h 2323145"/>
              <a:gd name="connsiteX128" fmla="*/ 5531534 w 11269336"/>
              <a:gd name="connsiteY128" fmla="*/ 1955208 h 2323145"/>
              <a:gd name="connsiteX129" fmla="*/ 5526552 w 11269336"/>
              <a:gd name="connsiteY129" fmla="*/ 1954799 h 2323145"/>
              <a:gd name="connsiteX130" fmla="*/ 5504723 w 11269336"/>
              <a:gd name="connsiteY130" fmla="*/ 1965811 h 2323145"/>
              <a:gd name="connsiteX131" fmla="*/ 5493156 w 11269336"/>
              <a:gd name="connsiteY131" fmla="*/ 1970063 h 2323145"/>
              <a:gd name="connsiteX132" fmla="*/ 5490486 w 11269336"/>
              <a:gd name="connsiteY132" fmla="*/ 1974227 h 2323145"/>
              <a:gd name="connsiteX133" fmla="*/ 5473107 w 11269336"/>
              <a:gd name="connsiteY133" fmla="*/ 1979001 h 2323145"/>
              <a:gd name="connsiteX134" fmla="*/ 5470885 w 11269336"/>
              <a:gd name="connsiteY134" fmla="*/ 1978432 h 2323145"/>
              <a:gd name="connsiteX135" fmla="*/ 5457393 w 11269336"/>
              <a:gd name="connsiteY135" fmla="*/ 1986525 h 2323145"/>
              <a:gd name="connsiteX136" fmla="*/ 5447102 w 11269336"/>
              <a:gd name="connsiteY136" fmla="*/ 1998329 h 2323145"/>
              <a:gd name="connsiteX137" fmla="*/ 5159151 w 11269336"/>
              <a:gd name="connsiteY137" fmla="*/ 2029640 h 2323145"/>
              <a:gd name="connsiteX138" fmla="*/ 5041688 w 11269336"/>
              <a:gd name="connsiteY138" fmla="*/ 2022334 h 2323145"/>
              <a:gd name="connsiteX139" fmla="*/ 4860988 w 11269336"/>
              <a:gd name="connsiteY139" fmla="*/ 2135698 h 2323145"/>
              <a:gd name="connsiteX140" fmla="*/ 4807902 w 11269336"/>
              <a:gd name="connsiteY140" fmla="*/ 2138894 h 2323145"/>
              <a:gd name="connsiteX141" fmla="*/ 4765388 w 11269336"/>
              <a:gd name="connsiteY141" fmla="*/ 2162525 h 2323145"/>
              <a:gd name="connsiteX142" fmla="*/ 4745033 w 11269336"/>
              <a:gd name="connsiteY142" fmla="*/ 2158859 h 2323145"/>
              <a:gd name="connsiteX143" fmla="*/ 4741475 w 11269336"/>
              <a:gd name="connsiteY143" fmla="*/ 2157998 h 2323145"/>
              <a:gd name="connsiteX144" fmla="*/ 4728247 w 11269336"/>
              <a:gd name="connsiteY144" fmla="*/ 2159526 h 2323145"/>
              <a:gd name="connsiteX145" fmla="*/ 4723263 w 11269336"/>
              <a:gd name="connsiteY145" fmla="*/ 2153742 h 2323145"/>
              <a:gd name="connsiteX146" fmla="*/ 4702453 w 11269336"/>
              <a:gd name="connsiteY146" fmla="*/ 2151586 h 2323145"/>
              <a:gd name="connsiteX147" fmla="*/ 4678455 w 11269336"/>
              <a:gd name="connsiteY147" fmla="*/ 2156131 h 2323145"/>
              <a:gd name="connsiteX148" fmla="*/ 4593061 w 11269336"/>
              <a:gd name="connsiteY148" fmla="*/ 2171597 h 2323145"/>
              <a:gd name="connsiteX149" fmla="*/ 4579902 w 11269336"/>
              <a:gd name="connsiteY149" fmla="*/ 2177927 h 2323145"/>
              <a:gd name="connsiteX150" fmla="*/ 4533444 w 11269336"/>
              <a:gd name="connsiteY150" fmla="*/ 2181200 h 2323145"/>
              <a:gd name="connsiteX151" fmla="*/ 4492832 w 11269336"/>
              <a:gd name="connsiteY151" fmla="*/ 2188033 h 2323145"/>
              <a:gd name="connsiteX152" fmla="*/ 4467257 w 11269336"/>
              <a:gd name="connsiteY152" fmla="*/ 2196121 h 2323145"/>
              <a:gd name="connsiteX153" fmla="*/ 4459937 w 11269336"/>
              <a:gd name="connsiteY153" fmla="*/ 2195182 h 2323145"/>
              <a:gd name="connsiteX154" fmla="*/ 4433312 w 11269336"/>
              <a:gd name="connsiteY154" fmla="*/ 2199004 h 2323145"/>
              <a:gd name="connsiteX155" fmla="*/ 4420601 w 11269336"/>
              <a:gd name="connsiteY155" fmla="*/ 2205158 h 2323145"/>
              <a:gd name="connsiteX156" fmla="*/ 4405765 w 11269336"/>
              <a:gd name="connsiteY156" fmla="*/ 2199902 h 2323145"/>
              <a:gd name="connsiteX157" fmla="*/ 4401354 w 11269336"/>
              <a:gd name="connsiteY157" fmla="*/ 2194745 h 2323145"/>
              <a:gd name="connsiteX158" fmla="*/ 4383151 w 11269336"/>
              <a:gd name="connsiteY158" fmla="*/ 2201140 h 2323145"/>
              <a:gd name="connsiteX159" fmla="*/ 4366646 w 11269336"/>
              <a:gd name="connsiteY159" fmla="*/ 2198564 h 2323145"/>
              <a:gd name="connsiteX160" fmla="*/ 4354009 w 11269336"/>
              <a:gd name="connsiteY160" fmla="*/ 2204984 h 2323145"/>
              <a:gd name="connsiteX161" fmla="*/ 4348284 w 11269336"/>
              <a:gd name="connsiteY161" fmla="*/ 2205270 h 2323145"/>
              <a:gd name="connsiteX162" fmla="*/ 4333906 w 11269336"/>
              <a:gd name="connsiteY162" fmla="*/ 2205251 h 2323145"/>
              <a:gd name="connsiteX163" fmla="*/ 4308819 w 11269336"/>
              <a:gd name="connsiteY163" fmla="*/ 2203822 h 2323145"/>
              <a:gd name="connsiteX164" fmla="*/ 4301210 w 11269336"/>
              <a:gd name="connsiteY164" fmla="*/ 2204456 h 2323145"/>
              <a:gd name="connsiteX165" fmla="*/ 4283095 w 11269336"/>
              <a:gd name="connsiteY165" fmla="*/ 2198177 h 2323145"/>
              <a:gd name="connsiteX166" fmla="*/ 4250119 w 11269336"/>
              <a:gd name="connsiteY166" fmla="*/ 2196342 h 2323145"/>
              <a:gd name="connsiteX167" fmla="*/ 4189203 w 11269336"/>
              <a:gd name="connsiteY167" fmla="*/ 2178994 h 2323145"/>
              <a:gd name="connsiteX168" fmla="*/ 4154035 w 11269336"/>
              <a:gd name="connsiteY168" fmla="*/ 2171950 h 2323145"/>
              <a:gd name="connsiteX169" fmla="*/ 4129569 w 11269336"/>
              <a:gd name="connsiteY169" fmla="*/ 2163850 h 2323145"/>
              <a:gd name="connsiteX170" fmla="*/ 4061250 w 11269336"/>
              <a:gd name="connsiteY170" fmla="*/ 2159236 h 2323145"/>
              <a:gd name="connsiteX171" fmla="*/ 3945480 w 11269336"/>
              <a:gd name="connsiteY171" fmla="*/ 2158279 h 2323145"/>
              <a:gd name="connsiteX172" fmla="*/ 3921468 w 11269336"/>
              <a:gd name="connsiteY172" fmla="*/ 2156588 h 2323145"/>
              <a:gd name="connsiteX173" fmla="*/ 3903348 w 11269336"/>
              <a:gd name="connsiteY173" fmla="*/ 2149220 h 2323145"/>
              <a:gd name="connsiteX174" fmla="*/ 3901342 w 11269336"/>
              <a:gd name="connsiteY174" fmla="*/ 2142355 h 2323145"/>
              <a:gd name="connsiteX175" fmla="*/ 3888539 w 11269336"/>
              <a:gd name="connsiteY175" fmla="*/ 2140476 h 2323145"/>
              <a:gd name="connsiteX176" fmla="*/ 3885662 w 11269336"/>
              <a:gd name="connsiteY176" fmla="*/ 2138740 h 2323145"/>
              <a:gd name="connsiteX177" fmla="*/ 3868627 w 11269336"/>
              <a:gd name="connsiteY177" fmla="*/ 2130023 h 2323145"/>
              <a:gd name="connsiteX178" fmla="*/ 3819177 w 11269336"/>
              <a:gd name="connsiteY178" fmla="*/ 2142111 h 2323145"/>
              <a:gd name="connsiteX179" fmla="*/ 3769100 w 11269336"/>
              <a:gd name="connsiteY179" fmla="*/ 2131731 h 2323145"/>
              <a:gd name="connsiteX180" fmla="*/ 3562752 w 11269336"/>
              <a:gd name="connsiteY180" fmla="*/ 2131785 h 2323145"/>
              <a:gd name="connsiteX181" fmla="*/ 3541402 w 11269336"/>
              <a:gd name="connsiteY181" fmla="*/ 2106821 h 2323145"/>
              <a:gd name="connsiteX182" fmla="*/ 3365341 w 11269336"/>
              <a:gd name="connsiteY182" fmla="*/ 2077638 h 2323145"/>
              <a:gd name="connsiteX183" fmla="*/ 3170922 w 11269336"/>
              <a:gd name="connsiteY183" fmla="*/ 2115957 h 2323145"/>
              <a:gd name="connsiteX184" fmla="*/ 3156256 w 11269336"/>
              <a:gd name="connsiteY184" fmla="*/ 2124773 h 2323145"/>
              <a:gd name="connsiteX185" fmla="*/ 3140298 w 11269336"/>
              <a:gd name="connsiteY185" fmla="*/ 2129182 h 2323145"/>
              <a:gd name="connsiteX186" fmla="*/ 3138514 w 11269336"/>
              <a:gd name="connsiteY186" fmla="*/ 2128069 h 2323145"/>
              <a:gd name="connsiteX187" fmla="*/ 3120467 w 11269336"/>
              <a:gd name="connsiteY187" fmla="*/ 2128281 h 2323145"/>
              <a:gd name="connsiteX188" fmla="*/ 3116175 w 11269336"/>
              <a:gd name="connsiteY188" fmla="*/ 2131633 h 2323145"/>
              <a:gd name="connsiteX189" fmla="*/ 3103685 w 11269336"/>
              <a:gd name="connsiteY189" fmla="*/ 2132814 h 2323145"/>
              <a:gd name="connsiteX190" fmla="*/ 3078794 w 11269336"/>
              <a:gd name="connsiteY190" fmla="*/ 2137935 h 2323145"/>
              <a:gd name="connsiteX191" fmla="*/ 3074407 w 11269336"/>
              <a:gd name="connsiteY191" fmla="*/ 2136274 h 2323145"/>
              <a:gd name="connsiteX192" fmla="*/ 3037285 w 11269336"/>
              <a:gd name="connsiteY192" fmla="*/ 2139919 h 2323145"/>
              <a:gd name="connsiteX193" fmla="*/ 3036901 w 11269336"/>
              <a:gd name="connsiteY193" fmla="*/ 2138726 h 2323145"/>
              <a:gd name="connsiteX194" fmla="*/ 3026996 w 11269336"/>
              <a:gd name="connsiteY194" fmla="*/ 2134322 h 2323145"/>
              <a:gd name="connsiteX195" fmla="*/ 3007772 w 11269336"/>
              <a:gd name="connsiteY195" fmla="*/ 2128742 h 2323145"/>
              <a:gd name="connsiteX196" fmla="*/ 2965030 w 11269336"/>
              <a:gd name="connsiteY196" fmla="*/ 2100494 h 2323145"/>
              <a:gd name="connsiteX197" fmla="*/ 2926342 w 11269336"/>
              <a:gd name="connsiteY197" fmla="*/ 2104155 h 2323145"/>
              <a:gd name="connsiteX198" fmla="*/ 2918608 w 11269336"/>
              <a:gd name="connsiteY198" fmla="*/ 2104215 h 2323145"/>
              <a:gd name="connsiteX199" fmla="*/ 2918475 w 11269336"/>
              <a:gd name="connsiteY199" fmla="*/ 2103937 h 2323145"/>
              <a:gd name="connsiteX200" fmla="*/ 2910360 w 11269336"/>
              <a:gd name="connsiteY200" fmla="*/ 2103444 h 2323145"/>
              <a:gd name="connsiteX201" fmla="*/ 2904507 w 11269336"/>
              <a:gd name="connsiteY201" fmla="*/ 2104326 h 2323145"/>
              <a:gd name="connsiteX202" fmla="*/ 2889503 w 11269336"/>
              <a:gd name="connsiteY202" fmla="*/ 2104443 h 2323145"/>
              <a:gd name="connsiteX203" fmla="*/ 2884480 w 11269336"/>
              <a:gd name="connsiteY203" fmla="*/ 2102626 h 2323145"/>
              <a:gd name="connsiteX204" fmla="*/ 2882689 w 11269336"/>
              <a:gd name="connsiteY204" fmla="*/ 2099228 h 2323145"/>
              <a:gd name="connsiteX205" fmla="*/ 2881291 w 11269336"/>
              <a:gd name="connsiteY205" fmla="*/ 2099618 h 2323145"/>
              <a:gd name="connsiteX206" fmla="*/ 2853979 w 11269336"/>
              <a:gd name="connsiteY206" fmla="*/ 2090388 h 2323145"/>
              <a:gd name="connsiteX207" fmla="*/ 2791790 w 11269336"/>
              <a:gd name="connsiteY207" fmla="*/ 2080332 h 2323145"/>
              <a:gd name="connsiteX208" fmla="*/ 2755844 w 11269336"/>
              <a:gd name="connsiteY208" fmla="*/ 2078874 h 2323145"/>
              <a:gd name="connsiteX209" fmla="*/ 2657742 w 11269336"/>
              <a:gd name="connsiteY209" fmla="*/ 2070179 h 2323145"/>
              <a:gd name="connsiteX210" fmla="*/ 2559549 w 11269336"/>
              <a:gd name="connsiteY210" fmla="*/ 2057873 h 2323145"/>
              <a:gd name="connsiteX211" fmla="*/ 2512054 w 11269336"/>
              <a:gd name="connsiteY211" fmla="*/ 2031671 h 2323145"/>
              <a:gd name="connsiteX212" fmla="*/ 2506437 w 11269336"/>
              <a:gd name="connsiteY212" fmla="*/ 2030918 h 2323145"/>
              <a:gd name="connsiteX213" fmla="*/ 2491752 w 11269336"/>
              <a:gd name="connsiteY213" fmla="*/ 2033906 h 2323145"/>
              <a:gd name="connsiteX214" fmla="*/ 2486338 w 11269336"/>
              <a:gd name="connsiteY214" fmla="*/ 2035862 h 2323145"/>
              <a:gd name="connsiteX215" fmla="*/ 2478186 w 11269336"/>
              <a:gd name="connsiteY215" fmla="*/ 2036953 h 2323145"/>
              <a:gd name="connsiteX216" fmla="*/ 2477950 w 11269336"/>
              <a:gd name="connsiteY216" fmla="*/ 2036715 h 2323145"/>
              <a:gd name="connsiteX217" fmla="*/ 2470381 w 11269336"/>
              <a:gd name="connsiteY217" fmla="*/ 2038256 h 2323145"/>
              <a:gd name="connsiteX218" fmla="*/ 2433781 w 11269336"/>
              <a:gd name="connsiteY218" fmla="*/ 2049140 h 2323145"/>
              <a:gd name="connsiteX219" fmla="*/ 2381172 w 11269336"/>
              <a:gd name="connsiteY219" fmla="*/ 2030645 h 2323145"/>
              <a:gd name="connsiteX220" fmla="*/ 2360198 w 11269336"/>
              <a:gd name="connsiteY220" fmla="*/ 2029059 h 2323145"/>
              <a:gd name="connsiteX221" fmla="*/ 2348815 w 11269336"/>
              <a:gd name="connsiteY221" fmla="*/ 2026798 h 2323145"/>
              <a:gd name="connsiteX222" fmla="*/ 2347988 w 11269336"/>
              <a:gd name="connsiteY222" fmla="*/ 2025745 h 2323145"/>
              <a:gd name="connsiteX223" fmla="*/ 2312920 w 11269336"/>
              <a:gd name="connsiteY223" fmla="*/ 2036311 h 2323145"/>
              <a:gd name="connsiteX224" fmla="*/ 2307986 w 11269336"/>
              <a:gd name="connsiteY224" fmla="*/ 2035583 h 2323145"/>
              <a:gd name="connsiteX225" fmla="*/ 2285481 w 11269336"/>
              <a:gd name="connsiteY225" fmla="*/ 2045197 h 2323145"/>
              <a:gd name="connsiteX226" fmla="*/ 2273666 w 11269336"/>
              <a:gd name="connsiteY226" fmla="*/ 2048710 h 2323145"/>
              <a:gd name="connsiteX227" fmla="*/ 2270719 w 11269336"/>
              <a:gd name="connsiteY227" fmla="*/ 2052702 h 2323145"/>
              <a:gd name="connsiteX228" fmla="*/ 2253080 w 11269336"/>
              <a:gd name="connsiteY228" fmla="*/ 2056363 h 2323145"/>
              <a:gd name="connsiteX229" fmla="*/ 2250906 w 11269336"/>
              <a:gd name="connsiteY229" fmla="*/ 2055654 h 2323145"/>
              <a:gd name="connsiteX230" fmla="*/ 2236905 w 11269336"/>
              <a:gd name="connsiteY230" fmla="*/ 2062882 h 2323145"/>
              <a:gd name="connsiteX231" fmla="*/ 2225830 w 11269336"/>
              <a:gd name="connsiteY231" fmla="*/ 2074027 h 2323145"/>
              <a:gd name="connsiteX232" fmla="*/ 2073776 w 11269336"/>
              <a:gd name="connsiteY232" fmla="*/ 2089244 h 2323145"/>
              <a:gd name="connsiteX233" fmla="*/ 1948256 w 11269336"/>
              <a:gd name="connsiteY233" fmla="*/ 2146616 h 2323145"/>
              <a:gd name="connsiteX234" fmla="*/ 1865582 w 11269336"/>
              <a:gd name="connsiteY234" fmla="*/ 2153738 h 2323145"/>
              <a:gd name="connsiteX235" fmla="*/ 1835210 w 11269336"/>
              <a:gd name="connsiteY235" fmla="*/ 2134244 h 2323145"/>
              <a:gd name="connsiteX236" fmla="*/ 1632661 w 11269336"/>
              <a:gd name="connsiteY236" fmla="*/ 2173882 h 2323145"/>
              <a:gd name="connsiteX237" fmla="*/ 1579590 w 11269336"/>
              <a:gd name="connsiteY237" fmla="*/ 2173680 h 2323145"/>
              <a:gd name="connsiteX238" fmla="*/ 1535601 w 11269336"/>
              <a:gd name="connsiteY238" fmla="*/ 2194590 h 2323145"/>
              <a:gd name="connsiteX239" fmla="*/ 1515594 w 11269336"/>
              <a:gd name="connsiteY239" fmla="*/ 2189622 h 2323145"/>
              <a:gd name="connsiteX240" fmla="*/ 1512113 w 11269336"/>
              <a:gd name="connsiteY240" fmla="*/ 2188534 h 2323145"/>
              <a:gd name="connsiteX241" fmla="*/ 1498838 w 11269336"/>
              <a:gd name="connsiteY241" fmla="*/ 2189213 h 2323145"/>
              <a:gd name="connsiteX242" fmla="*/ 1494279 w 11269336"/>
              <a:gd name="connsiteY242" fmla="*/ 2183112 h 2323145"/>
              <a:gd name="connsiteX243" fmla="*/ 1473714 w 11269336"/>
              <a:gd name="connsiteY243" fmla="*/ 2179625 h 2323145"/>
              <a:gd name="connsiteX244" fmla="*/ 1449503 w 11269336"/>
              <a:gd name="connsiteY244" fmla="*/ 2182633 h 2323145"/>
              <a:gd name="connsiteX245" fmla="*/ 1266687 w 11269336"/>
              <a:gd name="connsiteY245" fmla="*/ 2212688 h 2323145"/>
              <a:gd name="connsiteX246" fmla="*/ 1239614 w 11269336"/>
              <a:gd name="connsiteY246" fmla="*/ 2209727 h 2323145"/>
              <a:gd name="connsiteX247" fmla="*/ 1202436 w 11269336"/>
              <a:gd name="connsiteY247" fmla="*/ 2209817 h 2323145"/>
              <a:gd name="connsiteX248" fmla="*/ 1136097 w 11269336"/>
              <a:gd name="connsiteY248" fmla="*/ 2205112 h 2323145"/>
              <a:gd name="connsiteX249" fmla="*/ 988232 w 11269336"/>
              <a:gd name="connsiteY249" fmla="*/ 2235635 h 2323145"/>
              <a:gd name="connsiteX250" fmla="*/ 981959 w 11269336"/>
              <a:gd name="connsiteY250" fmla="*/ 2231607 h 2323145"/>
              <a:gd name="connsiteX251" fmla="*/ 938600 w 11269336"/>
              <a:gd name="connsiteY251" fmla="*/ 2238113 h 2323145"/>
              <a:gd name="connsiteX252" fmla="*/ 791788 w 11269336"/>
              <a:gd name="connsiteY252" fmla="*/ 2293224 h 2323145"/>
              <a:gd name="connsiteX253" fmla="*/ 706914 w 11269336"/>
              <a:gd name="connsiteY253" fmla="*/ 2305046 h 2323145"/>
              <a:gd name="connsiteX254" fmla="*/ 675971 w 11269336"/>
              <a:gd name="connsiteY254" fmla="*/ 2304030 h 2323145"/>
              <a:gd name="connsiteX255" fmla="*/ 624180 w 11269336"/>
              <a:gd name="connsiteY255" fmla="*/ 2302650 h 2323145"/>
              <a:gd name="connsiteX256" fmla="*/ 583453 w 11269336"/>
              <a:gd name="connsiteY256" fmla="*/ 2288788 h 2323145"/>
              <a:gd name="connsiteX257" fmla="*/ 540946 w 11269336"/>
              <a:gd name="connsiteY257" fmla="*/ 2292721 h 2323145"/>
              <a:gd name="connsiteX258" fmla="*/ 533680 w 11269336"/>
              <a:gd name="connsiteY258" fmla="*/ 2310233 h 2323145"/>
              <a:gd name="connsiteX259" fmla="*/ 487366 w 11269336"/>
              <a:gd name="connsiteY259" fmla="*/ 2309053 h 2323145"/>
              <a:gd name="connsiteX260" fmla="*/ 416820 w 11269336"/>
              <a:gd name="connsiteY260" fmla="*/ 2305443 h 2323145"/>
              <a:gd name="connsiteX261" fmla="*/ 376805 w 11269336"/>
              <a:gd name="connsiteY261" fmla="*/ 2307647 h 2323145"/>
              <a:gd name="connsiteX262" fmla="*/ 266777 w 11269336"/>
              <a:gd name="connsiteY262" fmla="*/ 2309012 h 2323145"/>
              <a:gd name="connsiteX263" fmla="*/ 156013 w 11269336"/>
              <a:gd name="connsiteY263" fmla="*/ 2306832 h 2323145"/>
              <a:gd name="connsiteX264" fmla="*/ 87258 w 11269336"/>
              <a:gd name="connsiteY264" fmla="*/ 2285511 h 2323145"/>
              <a:gd name="connsiteX265" fmla="*/ 23798 w 11269336"/>
              <a:gd name="connsiteY265" fmla="*/ 2281822 h 2323145"/>
              <a:gd name="connsiteX266" fmla="*/ 0 w 11269336"/>
              <a:gd name="connsiteY266" fmla="*/ 2285369 h 2323145"/>
              <a:gd name="connsiteX267" fmla="*/ 0 w 11269336"/>
              <a:gd name="connsiteY26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795998 w 11269336"/>
              <a:gd name="connsiteY29" fmla="*/ 863337 h 2323145"/>
              <a:gd name="connsiteX30" fmla="*/ 8776970 w 11269336"/>
              <a:gd name="connsiteY30" fmla="*/ 885177 h 2323145"/>
              <a:gd name="connsiteX31" fmla="*/ 8755719 w 11269336"/>
              <a:gd name="connsiteY31" fmla="*/ 889754 h 2323145"/>
              <a:gd name="connsiteX32" fmla="*/ 8743257 w 11269336"/>
              <a:gd name="connsiteY32" fmla="*/ 904723 h 2323145"/>
              <a:gd name="connsiteX33" fmla="*/ 8721366 w 11269336"/>
              <a:gd name="connsiteY33" fmla="*/ 904711 h 2323145"/>
              <a:gd name="connsiteX34" fmla="*/ 8678353 w 11269336"/>
              <a:gd name="connsiteY34" fmla="*/ 926318 h 2323145"/>
              <a:gd name="connsiteX35" fmla="*/ 8636849 w 11269336"/>
              <a:gd name="connsiteY35" fmla="*/ 937900 h 2323145"/>
              <a:gd name="connsiteX36" fmla="*/ 8620213 w 11269336"/>
              <a:gd name="connsiteY36" fmla="*/ 943068 h 2323145"/>
              <a:gd name="connsiteX37" fmla="*/ 8612581 w 11269336"/>
              <a:gd name="connsiteY37" fmla="*/ 952695 h 2323145"/>
              <a:gd name="connsiteX38" fmla="*/ 8589038 w 11269336"/>
              <a:gd name="connsiteY38" fmla="*/ 963892 h 2323145"/>
              <a:gd name="connsiteX39" fmla="*/ 8579950 w 11269336"/>
              <a:gd name="connsiteY39" fmla="*/ 960899 h 2323145"/>
              <a:gd name="connsiteX40" fmla="*/ 8579319 w 11269336"/>
              <a:gd name="connsiteY40" fmla="*/ 965630 h 2323145"/>
              <a:gd name="connsiteX41" fmla="*/ 8547429 w 11269336"/>
              <a:gd name="connsiteY41" fmla="*/ 984506 h 2323145"/>
              <a:gd name="connsiteX42" fmla="*/ 8478704 w 11269336"/>
              <a:gd name="connsiteY42" fmla="*/ 1025490 h 2323145"/>
              <a:gd name="connsiteX43" fmla="*/ 8461421 w 11269336"/>
              <a:gd name="connsiteY43" fmla="*/ 1035512 h 2323145"/>
              <a:gd name="connsiteX44" fmla="*/ 8445003 w 11269336"/>
              <a:gd name="connsiteY44" fmla="*/ 1036851 h 2323145"/>
              <a:gd name="connsiteX45" fmla="*/ 8357350 w 11269336"/>
              <a:gd name="connsiteY45" fmla="*/ 1060213 h 2323145"/>
              <a:gd name="connsiteX46" fmla="*/ 8335565 w 11269336"/>
              <a:gd name="connsiteY46" fmla="*/ 1061151 h 2323145"/>
              <a:gd name="connsiteX47" fmla="*/ 8325267 w 11269336"/>
              <a:gd name="connsiteY47" fmla="*/ 1055919 h 2323145"/>
              <a:gd name="connsiteX48" fmla="*/ 8293586 w 11269336"/>
              <a:gd name="connsiteY48" fmla="*/ 1076144 h 2323145"/>
              <a:gd name="connsiteX49" fmla="*/ 8242405 w 11269336"/>
              <a:gd name="connsiteY49" fmla="*/ 1095960 h 2323145"/>
              <a:gd name="connsiteX50" fmla="*/ 8197391 w 11269336"/>
              <a:gd name="connsiteY50" fmla="*/ 1107746 h 2323145"/>
              <a:gd name="connsiteX51" fmla="*/ 8081474 w 11269336"/>
              <a:gd name="connsiteY51" fmla="*/ 1130125 h 2323145"/>
              <a:gd name="connsiteX52" fmla="*/ 8053585 w 11269336"/>
              <a:gd name="connsiteY52" fmla="*/ 1129169 h 2323145"/>
              <a:gd name="connsiteX53" fmla="*/ 8038422 w 11269336"/>
              <a:gd name="connsiteY53" fmla="*/ 1119092 h 2323145"/>
              <a:gd name="connsiteX54" fmla="*/ 8029450 w 11269336"/>
              <a:gd name="connsiteY54" fmla="*/ 1125592 h 2323145"/>
              <a:gd name="connsiteX55" fmla="*/ 7959552 w 11269336"/>
              <a:gd name="connsiteY55" fmla="*/ 1140188 h 2323145"/>
              <a:gd name="connsiteX56" fmla="*/ 7914188 w 11269336"/>
              <a:gd name="connsiteY56" fmla="*/ 1150862 h 2323145"/>
              <a:gd name="connsiteX57" fmla="*/ 7914918 w 11269336"/>
              <a:gd name="connsiteY57" fmla="*/ 1168758 h 2323145"/>
              <a:gd name="connsiteX58" fmla="*/ 7875510 w 11269336"/>
              <a:gd name="connsiteY58" fmla="*/ 1183153 h 2323145"/>
              <a:gd name="connsiteX59" fmla="*/ 7829932 w 11269336"/>
              <a:gd name="connsiteY59" fmla="*/ 1180782 h 2323145"/>
              <a:gd name="connsiteX60" fmla="*/ 7779182 w 11269336"/>
              <a:gd name="connsiteY60" fmla="*/ 1192665 h 2323145"/>
              <a:gd name="connsiteX61" fmla="*/ 7748774 w 11269336"/>
              <a:gd name="connsiteY61" fmla="*/ 1199586 h 2323145"/>
              <a:gd name="connsiteX62" fmla="*/ 7671846 w 11269336"/>
              <a:gd name="connsiteY62" fmla="*/ 1231966 h 2323145"/>
              <a:gd name="connsiteX63" fmla="*/ 7554146 w 11269336"/>
              <a:gd name="connsiteY63" fmla="*/ 1319748 h 2323145"/>
              <a:gd name="connsiteX64" fmla="*/ 7515052 w 11269336"/>
              <a:gd name="connsiteY64" fmla="*/ 1336718 h 2323145"/>
              <a:gd name="connsiteX65" fmla="*/ 7507193 w 11269336"/>
              <a:gd name="connsiteY65" fmla="*/ 1334617 h 2323145"/>
              <a:gd name="connsiteX66" fmla="*/ 7461694 w 11269336"/>
              <a:gd name="connsiteY66" fmla="*/ 1375866 h 2323145"/>
              <a:gd name="connsiteX67" fmla="*/ 7377571 w 11269336"/>
              <a:gd name="connsiteY67" fmla="*/ 1400128 h 2323145"/>
              <a:gd name="connsiteX68" fmla="*/ 7311261 w 11269336"/>
              <a:gd name="connsiteY68" fmla="*/ 1412652 h 2323145"/>
              <a:gd name="connsiteX69" fmla="*/ 7275307 w 11269336"/>
              <a:gd name="connsiteY69" fmla="*/ 1422171 h 2323145"/>
              <a:gd name="connsiteX70" fmla="*/ 7247783 w 11269336"/>
              <a:gd name="connsiteY70" fmla="*/ 1426330 h 2323145"/>
              <a:gd name="connsiteX71" fmla="*/ 7185047 w 11269336"/>
              <a:gd name="connsiteY71" fmla="*/ 1451812 h 2323145"/>
              <a:gd name="connsiteX72" fmla="*/ 7084117 w 11269336"/>
              <a:gd name="connsiteY72" fmla="*/ 1500281 h 2323145"/>
              <a:gd name="connsiteX73" fmla="*/ 7062011 w 11269336"/>
              <a:gd name="connsiteY73" fmla="*/ 1509183 h 2323145"/>
              <a:gd name="connsiteX74" fmla="*/ 7040555 w 11269336"/>
              <a:gd name="connsiteY74" fmla="*/ 1511207 h 2323145"/>
              <a:gd name="connsiteX75" fmla="*/ 7033438 w 11269336"/>
              <a:gd name="connsiteY75" fmla="*/ 1506772 h 2323145"/>
              <a:gd name="connsiteX76" fmla="*/ 7020886 w 11269336"/>
              <a:gd name="connsiteY76" fmla="*/ 1510764 h 2323145"/>
              <a:gd name="connsiteX77" fmla="*/ 7017033 w 11269336"/>
              <a:gd name="connsiteY77" fmla="*/ 1510650 h 2323145"/>
              <a:gd name="connsiteX78" fmla="*/ 6995460 w 11269336"/>
              <a:gd name="connsiteY78" fmla="*/ 1511173 h 2323145"/>
              <a:gd name="connsiteX79" fmla="*/ 6962144 w 11269336"/>
              <a:gd name="connsiteY79" fmla="*/ 1541508 h 2323145"/>
              <a:gd name="connsiteX80" fmla="*/ 6910674 w 11269336"/>
              <a:gd name="connsiteY80" fmla="*/ 1554793 h 2323145"/>
              <a:gd name="connsiteX81" fmla="*/ 6732152 w 11269336"/>
              <a:gd name="connsiteY81" fmla="*/ 1642538 h 2323145"/>
              <a:gd name="connsiteX82" fmla="*/ 6694106 w 11269336"/>
              <a:gd name="connsiteY82" fmla="*/ 1632377 h 2323145"/>
              <a:gd name="connsiteX83" fmla="*/ 6617223 w 11269336"/>
              <a:gd name="connsiteY83" fmla="*/ 1659889 h 2323145"/>
              <a:gd name="connsiteX84" fmla="*/ 6521138 w 11269336"/>
              <a:gd name="connsiteY84" fmla="*/ 1744340 h 2323145"/>
              <a:gd name="connsiteX85" fmla="*/ 6380677 w 11269336"/>
              <a:gd name="connsiteY85" fmla="*/ 1796883 h 2323145"/>
              <a:gd name="connsiteX86" fmla="*/ 6374897 w 11269336"/>
              <a:gd name="connsiteY86" fmla="*/ 1809910 h 2323145"/>
              <a:gd name="connsiteX87" fmla="*/ 6364545 w 11269336"/>
              <a:gd name="connsiteY87" fmla="*/ 1820090 h 2323145"/>
              <a:gd name="connsiteX88" fmla="*/ 6362126 w 11269336"/>
              <a:gd name="connsiteY88" fmla="*/ 1819991 h 2323145"/>
              <a:gd name="connsiteX89" fmla="*/ 6346673 w 11269336"/>
              <a:gd name="connsiteY89" fmla="*/ 1827824 h 2323145"/>
              <a:gd name="connsiteX90" fmla="*/ 6345588 w 11269336"/>
              <a:gd name="connsiteY90" fmla="*/ 1832232 h 2323145"/>
              <a:gd name="connsiteX91" fmla="*/ 6335708 w 11269336"/>
              <a:gd name="connsiteY91" fmla="*/ 1838451 h 2323145"/>
              <a:gd name="connsiteX92" fmla="*/ 6318182 w 11269336"/>
              <a:gd name="connsiteY92" fmla="*/ 1852975 h 2323145"/>
              <a:gd name="connsiteX93" fmla="*/ 6313084 w 11269336"/>
              <a:gd name="connsiteY93" fmla="*/ 1853561 h 2323145"/>
              <a:gd name="connsiteX94" fmla="*/ 6283816 w 11269336"/>
              <a:gd name="connsiteY94" fmla="*/ 1872148 h 2323145"/>
              <a:gd name="connsiteX95" fmla="*/ 6282550 w 11269336"/>
              <a:gd name="connsiteY95" fmla="*/ 1871392 h 2323145"/>
              <a:gd name="connsiteX96" fmla="*/ 6270527 w 11269336"/>
              <a:gd name="connsiteY96" fmla="*/ 1872208 h 2323145"/>
              <a:gd name="connsiteX97" fmla="*/ 6249518 w 11269336"/>
              <a:gd name="connsiteY97" fmla="*/ 1876079 h 2323145"/>
              <a:gd name="connsiteX98" fmla="*/ 6190386 w 11269336"/>
              <a:gd name="connsiteY98" fmla="*/ 1872478 h 2323145"/>
              <a:gd name="connsiteX99" fmla="*/ 6159777 w 11269336"/>
              <a:gd name="connsiteY99" fmla="*/ 1891745 h 2323145"/>
              <a:gd name="connsiteX100" fmla="*/ 6153131 w 11269336"/>
              <a:gd name="connsiteY100" fmla="*/ 1895079 h 2323145"/>
              <a:gd name="connsiteX101" fmla="*/ 6152798 w 11269336"/>
              <a:gd name="connsiteY101" fmla="*/ 1894920 h 2323145"/>
              <a:gd name="connsiteX102" fmla="*/ 6145388 w 11269336"/>
              <a:gd name="connsiteY102" fmla="*/ 1897990 h 2323145"/>
              <a:gd name="connsiteX103" fmla="*/ 6141014 w 11269336"/>
              <a:gd name="connsiteY103" fmla="*/ 1901155 h 2323145"/>
              <a:gd name="connsiteX104" fmla="*/ 6128122 w 11269336"/>
              <a:gd name="connsiteY104" fmla="*/ 1907623 h 2323145"/>
              <a:gd name="connsiteX105" fmla="*/ 6122351 w 11269336"/>
              <a:gd name="connsiteY105" fmla="*/ 1908359 h 2323145"/>
              <a:gd name="connsiteX106" fmla="*/ 6064750 w 11269336"/>
              <a:gd name="connsiteY106" fmla="*/ 1896394 h 2323145"/>
              <a:gd name="connsiteX107" fmla="*/ 5964230 w 11269336"/>
              <a:gd name="connsiteY107" fmla="*/ 1910038 h 2323145"/>
              <a:gd name="connsiteX108" fmla="*/ 5865399 w 11269336"/>
              <a:gd name="connsiteY108" fmla="*/ 1926966 h 2323145"/>
              <a:gd name="connsiteX109" fmla="*/ 5829951 w 11269336"/>
              <a:gd name="connsiteY109" fmla="*/ 1934755 h 2323145"/>
              <a:gd name="connsiteX110" fmla="*/ 5765285 w 11269336"/>
              <a:gd name="connsiteY110" fmla="*/ 1941322 h 2323145"/>
              <a:gd name="connsiteX111" fmla="*/ 5734750 w 11269336"/>
              <a:gd name="connsiteY111" fmla="*/ 1939793 h 2323145"/>
              <a:gd name="connsiteX112" fmla="*/ 5733569 w 11269336"/>
              <a:gd name="connsiteY112" fmla="*/ 1940505 h 2323145"/>
              <a:gd name="connsiteX113" fmla="*/ 5730329 w 11269336"/>
              <a:gd name="connsiteY113" fmla="*/ 1937845 h 2323145"/>
              <a:gd name="connsiteX114" fmla="*/ 5724661 w 11269336"/>
              <a:gd name="connsiteY114" fmla="*/ 1937455 h 2323145"/>
              <a:gd name="connsiteX115" fmla="*/ 5710186 w 11269336"/>
              <a:gd name="connsiteY115" fmla="*/ 1941370 h 2323145"/>
              <a:gd name="connsiteX116" fmla="*/ 5704910 w 11269336"/>
              <a:gd name="connsiteY116" fmla="*/ 1943663 h 2323145"/>
              <a:gd name="connsiteX117" fmla="*/ 5696836 w 11269336"/>
              <a:gd name="connsiteY117" fmla="*/ 1945271 h 2323145"/>
              <a:gd name="connsiteX118" fmla="*/ 5696583 w 11269336"/>
              <a:gd name="connsiteY118" fmla="*/ 1945050 h 2323145"/>
              <a:gd name="connsiteX119" fmla="*/ 5689123 w 11269336"/>
              <a:gd name="connsiteY119" fmla="*/ 1947067 h 2323145"/>
              <a:gd name="connsiteX120" fmla="*/ 5653291 w 11269336"/>
              <a:gd name="connsiteY120" fmla="*/ 1960245 h 2323145"/>
              <a:gd name="connsiteX121" fmla="*/ 5599385 w 11269336"/>
              <a:gd name="connsiteY121" fmla="*/ 1945198 h 2323145"/>
              <a:gd name="connsiteX122" fmla="*/ 5578300 w 11269336"/>
              <a:gd name="connsiteY122" fmla="*/ 1944963 h 2323145"/>
              <a:gd name="connsiteX123" fmla="*/ 5566758 w 11269336"/>
              <a:gd name="connsiteY123" fmla="*/ 1943441 h 2323145"/>
              <a:gd name="connsiteX124" fmla="*/ 5565857 w 11269336"/>
              <a:gd name="connsiteY124" fmla="*/ 1942445 h 2323145"/>
              <a:gd name="connsiteX125" fmla="*/ 5531534 w 11269336"/>
              <a:gd name="connsiteY125" fmla="*/ 1955208 h 2323145"/>
              <a:gd name="connsiteX126" fmla="*/ 5526552 w 11269336"/>
              <a:gd name="connsiteY126" fmla="*/ 1954799 h 2323145"/>
              <a:gd name="connsiteX127" fmla="*/ 5504723 w 11269336"/>
              <a:gd name="connsiteY127" fmla="*/ 1965811 h 2323145"/>
              <a:gd name="connsiteX128" fmla="*/ 5493156 w 11269336"/>
              <a:gd name="connsiteY128" fmla="*/ 1970063 h 2323145"/>
              <a:gd name="connsiteX129" fmla="*/ 5490486 w 11269336"/>
              <a:gd name="connsiteY129" fmla="*/ 1974227 h 2323145"/>
              <a:gd name="connsiteX130" fmla="*/ 5473107 w 11269336"/>
              <a:gd name="connsiteY130" fmla="*/ 1979001 h 2323145"/>
              <a:gd name="connsiteX131" fmla="*/ 5470885 w 11269336"/>
              <a:gd name="connsiteY131" fmla="*/ 1978432 h 2323145"/>
              <a:gd name="connsiteX132" fmla="*/ 5457393 w 11269336"/>
              <a:gd name="connsiteY132" fmla="*/ 1986525 h 2323145"/>
              <a:gd name="connsiteX133" fmla="*/ 5447102 w 11269336"/>
              <a:gd name="connsiteY133" fmla="*/ 1998329 h 2323145"/>
              <a:gd name="connsiteX134" fmla="*/ 5159151 w 11269336"/>
              <a:gd name="connsiteY134" fmla="*/ 2029640 h 2323145"/>
              <a:gd name="connsiteX135" fmla="*/ 5041688 w 11269336"/>
              <a:gd name="connsiteY135" fmla="*/ 2022334 h 2323145"/>
              <a:gd name="connsiteX136" fmla="*/ 4860988 w 11269336"/>
              <a:gd name="connsiteY136" fmla="*/ 2135698 h 2323145"/>
              <a:gd name="connsiteX137" fmla="*/ 4807902 w 11269336"/>
              <a:gd name="connsiteY137" fmla="*/ 2138894 h 2323145"/>
              <a:gd name="connsiteX138" fmla="*/ 4765388 w 11269336"/>
              <a:gd name="connsiteY138" fmla="*/ 2162525 h 2323145"/>
              <a:gd name="connsiteX139" fmla="*/ 4745033 w 11269336"/>
              <a:gd name="connsiteY139" fmla="*/ 2158859 h 2323145"/>
              <a:gd name="connsiteX140" fmla="*/ 4741475 w 11269336"/>
              <a:gd name="connsiteY140" fmla="*/ 2157998 h 2323145"/>
              <a:gd name="connsiteX141" fmla="*/ 4728247 w 11269336"/>
              <a:gd name="connsiteY141" fmla="*/ 2159526 h 2323145"/>
              <a:gd name="connsiteX142" fmla="*/ 4723263 w 11269336"/>
              <a:gd name="connsiteY142" fmla="*/ 2153742 h 2323145"/>
              <a:gd name="connsiteX143" fmla="*/ 4702453 w 11269336"/>
              <a:gd name="connsiteY143" fmla="*/ 2151586 h 2323145"/>
              <a:gd name="connsiteX144" fmla="*/ 4678455 w 11269336"/>
              <a:gd name="connsiteY144" fmla="*/ 2156131 h 2323145"/>
              <a:gd name="connsiteX145" fmla="*/ 4593061 w 11269336"/>
              <a:gd name="connsiteY145" fmla="*/ 2171597 h 2323145"/>
              <a:gd name="connsiteX146" fmla="*/ 4579902 w 11269336"/>
              <a:gd name="connsiteY146" fmla="*/ 2177927 h 2323145"/>
              <a:gd name="connsiteX147" fmla="*/ 4533444 w 11269336"/>
              <a:gd name="connsiteY147" fmla="*/ 2181200 h 2323145"/>
              <a:gd name="connsiteX148" fmla="*/ 4492832 w 11269336"/>
              <a:gd name="connsiteY148" fmla="*/ 2188033 h 2323145"/>
              <a:gd name="connsiteX149" fmla="*/ 4467257 w 11269336"/>
              <a:gd name="connsiteY149" fmla="*/ 2196121 h 2323145"/>
              <a:gd name="connsiteX150" fmla="*/ 4459937 w 11269336"/>
              <a:gd name="connsiteY150" fmla="*/ 2195182 h 2323145"/>
              <a:gd name="connsiteX151" fmla="*/ 4433312 w 11269336"/>
              <a:gd name="connsiteY151" fmla="*/ 2199004 h 2323145"/>
              <a:gd name="connsiteX152" fmla="*/ 4420601 w 11269336"/>
              <a:gd name="connsiteY152" fmla="*/ 2205158 h 2323145"/>
              <a:gd name="connsiteX153" fmla="*/ 4405765 w 11269336"/>
              <a:gd name="connsiteY153" fmla="*/ 2199902 h 2323145"/>
              <a:gd name="connsiteX154" fmla="*/ 4401354 w 11269336"/>
              <a:gd name="connsiteY154" fmla="*/ 2194745 h 2323145"/>
              <a:gd name="connsiteX155" fmla="*/ 4383151 w 11269336"/>
              <a:gd name="connsiteY155" fmla="*/ 2201140 h 2323145"/>
              <a:gd name="connsiteX156" fmla="*/ 4366646 w 11269336"/>
              <a:gd name="connsiteY156" fmla="*/ 2198564 h 2323145"/>
              <a:gd name="connsiteX157" fmla="*/ 4354009 w 11269336"/>
              <a:gd name="connsiteY157" fmla="*/ 2204984 h 2323145"/>
              <a:gd name="connsiteX158" fmla="*/ 4348284 w 11269336"/>
              <a:gd name="connsiteY158" fmla="*/ 2205270 h 2323145"/>
              <a:gd name="connsiteX159" fmla="*/ 4333906 w 11269336"/>
              <a:gd name="connsiteY159" fmla="*/ 2205251 h 2323145"/>
              <a:gd name="connsiteX160" fmla="*/ 4308819 w 11269336"/>
              <a:gd name="connsiteY160" fmla="*/ 2203822 h 2323145"/>
              <a:gd name="connsiteX161" fmla="*/ 4301210 w 11269336"/>
              <a:gd name="connsiteY161" fmla="*/ 2204456 h 2323145"/>
              <a:gd name="connsiteX162" fmla="*/ 4283095 w 11269336"/>
              <a:gd name="connsiteY162" fmla="*/ 2198177 h 2323145"/>
              <a:gd name="connsiteX163" fmla="*/ 4250119 w 11269336"/>
              <a:gd name="connsiteY163" fmla="*/ 2196342 h 2323145"/>
              <a:gd name="connsiteX164" fmla="*/ 4189203 w 11269336"/>
              <a:gd name="connsiteY164" fmla="*/ 2178994 h 2323145"/>
              <a:gd name="connsiteX165" fmla="*/ 4154035 w 11269336"/>
              <a:gd name="connsiteY165" fmla="*/ 2171950 h 2323145"/>
              <a:gd name="connsiteX166" fmla="*/ 4129569 w 11269336"/>
              <a:gd name="connsiteY166" fmla="*/ 2163850 h 2323145"/>
              <a:gd name="connsiteX167" fmla="*/ 4061250 w 11269336"/>
              <a:gd name="connsiteY167" fmla="*/ 2159236 h 2323145"/>
              <a:gd name="connsiteX168" fmla="*/ 3945480 w 11269336"/>
              <a:gd name="connsiteY168" fmla="*/ 2158279 h 2323145"/>
              <a:gd name="connsiteX169" fmla="*/ 3921468 w 11269336"/>
              <a:gd name="connsiteY169" fmla="*/ 2156588 h 2323145"/>
              <a:gd name="connsiteX170" fmla="*/ 3903348 w 11269336"/>
              <a:gd name="connsiteY170" fmla="*/ 2149220 h 2323145"/>
              <a:gd name="connsiteX171" fmla="*/ 3901342 w 11269336"/>
              <a:gd name="connsiteY171" fmla="*/ 2142355 h 2323145"/>
              <a:gd name="connsiteX172" fmla="*/ 3888539 w 11269336"/>
              <a:gd name="connsiteY172" fmla="*/ 2140476 h 2323145"/>
              <a:gd name="connsiteX173" fmla="*/ 3885662 w 11269336"/>
              <a:gd name="connsiteY173" fmla="*/ 2138740 h 2323145"/>
              <a:gd name="connsiteX174" fmla="*/ 3868627 w 11269336"/>
              <a:gd name="connsiteY174" fmla="*/ 2130023 h 2323145"/>
              <a:gd name="connsiteX175" fmla="*/ 3819177 w 11269336"/>
              <a:gd name="connsiteY175" fmla="*/ 2142111 h 2323145"/>
              <a:gd name="connsiteX176" fmla="*/ 3769100 w 11269336"/>
              <a:gd name="connsiteY176" fmla="*/ 2131731 h 2323145"/>
              <a:gd name="connsiteX177" fmla="*/ 3562752 w 11269336"/>
              <a:gd name="connsiteY177" fmla="*/ 2131785 h 2323145"/>
              <a:gd name="connsiteX178" fmla="*/ 3541402 w 11269336"/>
              <a:gd name="connsiteY178" fmla="*/ 2106821 h 2323145"/>
              <a:gd name="connsiteX179" fmla="*/ 3365341 w 11269336"/>
              <a:gd name="connsiteY179" fmla="*/ 2077638 h 2323145"/>
              <a:gd name="connsiteX180" fmla="*/ 3170922 w 11269336"/>
              <a:gd name="connsiteY180" fmla="*/ 2115957 h 2323145"/>
              <a:gd name="connsiteX181" fmla="*/ 3156256 w 11269336"/>
              <a:gd name="connsiteY181" fmla="*/ 2124773 h 2323145"/>
              <a:gd name="connsiteX182" fmla="*/ 3140298 w 11269336"/>
              <a:gd name="connsiteY182" fmla="*/ 2129182 h 2323145"/>
              <a:gd name="connsiteX183" fmla="*/ 3138514 w 11269336"/>
              <a:gd name="connsiteY183" fmla="*/ 2128069 h 2323145"/>
              <a:gd name="connsiteX184" fmla="*/ 3120467 w 11269336"/>
              <a:gd name="connsiteY184" fmla="*/ 2128281 h 2323145"/>
              <a:gd name="connsiteX185" fmla="*/ 3116175 w 11269336"/>
              <a:gd name="connsiteY185" fmla="*/ 2131633 h 2323145"/>
              <a:gd name="connsiteX186" fmla="*/ 3103685 w 11269336"/>
              <a:gd name="connsiteY186" fmla="*/ 2132814 h 2323145"/>
              <a:gd name="connsiteX187" fmla="*/ 3078794 w 11269336"/>
              <a:gd name="connsiteY187" fmla="*/ 2137935 h 2323145"/>
              <a:gd name="connsiteX188" fmla="*/ 3074407 w 11269336"/>
              <a:gd name="connsiteY188" fmla="*/ 2136274 h 2323145"/>
              <a:gd name="connsiteX189" fmla="*/ 3037285 w 11269336"/>
              <a:gd name="connsiteY189" fmla="*/ 2139919 h 2323145"/>
              <a:gd name="connsiteX190" fmla="*/ 3036901 w 11269336"/>
              <a:gd name="connsiteY190" fmla="*/ 2138726 h 2323145"/>
              <a:gd name="connsiteX191" fmla="*/ 3026996 w 11269336"/>
              <a:gd name="connsiteY191" fmla="*/ 2134322 h 2323145"/>
              <a:gd name="connsiteX192" fmla="*/ 3007772 w 11269336"/>
              <a:gd name="connsiteY192" fmla="*/ 2128742 h 2323145"/>
              <a:gd name="connsiteX193" fmla="*/ 2965030 w 11269336"/>
              <a:gd name="connsiteY193" fmla="*/ 2100494 h 2323145"/>
              <a:gd name="connsiteX194" fmla="*/ 2926342 w 11269336"/>
              <a:gd name="connsiteY194" fmla="*/ 2104155 h 2323145"/>
              <a:gd name="connsiteX195" fmla="*/ 2918608 w 11269336"/>
              <a:gd name="connsiteY195" fmla="*/ 2104215 h 2323145"/>
              <a:gd name="connsiteX196" fmla="*/ 2918475 w 11269336"/>
              <a:gd name="connsiteY196" fmla="*/ 2103937 h 2323145"/>
              <a:gd name="connsiteX197" fmla="*/ 2910360 w 11269336"/>
              <a:gd name="connsiteY197" fmla="*/ 2103444 h 2323145"/>
              <a:gd name="connsiteX198" fmla="*/ 2904507 w 11269336"/>
              <a:gd name="connsiteY198" fmla="*/ 2104326 h 2323145"/>
              <a:gd name="connsiteX199" fmla="*/ 2889503 w 11269336"/>
              <a:gd name="connsiteY199" fmla="*/ 2104443 h 2323145"/>
              <a:gd name="connsiteX200" fmla="*/ 2884480 w 11269336"/>
              <a:gd name="connsiteY200" fmla="*/ 2102626 h 2323145"/>
              <a:gd name="connsiteX201" fmla="*/ 2882689 w 11269336"/>
              <a:gd name="connsiteY201" fmla="*/ 2099228 h 2323145"/>
              <a:gd name="connsiteX202" fmla="*/ 2881291 w 11269336"/>
              <a:gd name="connsiteY202" fmla="*/ 2099618 h 2323145"/>
              <a:gd name="connsiteX203" fmla="*/ 2853979 w 11269336"/>
              <a:gd name="connsiteY203" fmla="*/ 2090388 h 2323145"/>
              <a:gd name="connsiteX204" fmla="*/ 2791790 w 11269336"/>
              <a:gd name="connsiteY204" fmla="*/ 2080332 h 2323145"/>
              <a:gd name="connsiteX205" fmla="*/ 2755844 w 11269336"/>
              <a:gd name="connsiteY205" fmla="*/ 2078874 h 2323145"/>
              <a:gd name="connsiteX206" fmla="*/ 2657742 w 11269336"/>
              <a:gd name="connsiteY206" fmla="*/ 2070179 h 2323145"/>
              <a:gd name="connsiteX207" fmla="*/ 2559549 w 11269336"/>
              <a:gd name="connsiteY207" fmla="*/ 2057873 h 2323145"/>
              <a:gd name="connsiteX208" fmla="*/ 2512054 w 11269336"/>
              <a:gd name="connsiteY208" fmla="*/ 2031671 h 2323145"/>
              <a:gd name="connsiteX209" fmla="*/ 2506437 w 11269336"/>
              <a:gd name="connsiteY209" fmla="*/ 2030918 h 2323145"/>
              <a:gd name="connsiteX210" fmla="*/ 2491752 w 11269336"/>
              <a:gd name="connsiteY210" fmla="*/ 2033906 h 2323145"/>
              <a:gd name="connsiteX211" fmla="*/ 2486338 w 11269336"/>
              <a:gd name="connsiteY211" fmla="*/ 2035862 h 2323145"/>
              <a:gd name="connsiteX212" fmla="*/ 2478186 w 11269336"/>
              <a:gd name="connsiteY212" fmla="*/ 2036953 h 2323145"/>
              <a:gd name="connsiteX213" fmla="*/ 2477950 w 11269336"/>
              <a:gd name="connsiteY213" fmla="*/ 2036715 h 2323145"/>
              <a:gd name="connsiteX214" fmla="*/ 2470381 w 11269336"/>
              <a:gd name="connsiteY214" fmla="*/ 2038256 h 2323145"/>
              <a:gd name="connsiteX215" fmla="*/ 2433781 w 11269336"/>
              <a:gd name="connsiteY215" fmla="*/ 2049140 h 2323145"/>
              <a:gd name="connsiteX216" fmla="*/ 2381172 w 11269336"/>
              <a:gd name="connsiteY216" fmla="*/ 2030645 h 2323145"/>
              <a:gd name="connsiteX217" fmla="*/ 2360198 w 11269336"/>
              <a:gd name="connsiteY217" fmla="*/ 2029059 h 2323145"/>
              <a:gd name="connsiteX218" fmla="*/ 2348815 w 11269336"/>
              <a:gd name="connsiteY218" fmla="*/ 2026798 h 2323145"/>
              <a:gd name="connsiteX219" fmla="*/ 2347988 w 11269336"/>
              <a:gd name="connsiteY219" fmla="*/ 2025745 h 2323145"/>
              <a:gd name="connsiteX220" fmla="*/ 2312920 w 11269336"/>
              <a:gd name="connsiteY220" fmla="*/ 2036311 h 2323145"/>
              <a:gd name="connsiteX221" fmla="*/ 2307986 w 11269336"/>
              <a:gd name="connsiteY221" fmla="*/ 2035583 h 2323145"/>
              <a:gd name="connsiteX222" fmla="*/ 2285481 w 11269336"/>
              <a:gd name="connsiteY222" fmla="*/ 2045197 h 2323145"/>
              <a:gd name="connsiteX223" fmla="*/ 2273666 w 11269336"/>
              <a:gd name="connsiteY223" fmla="*/ 2048710 h 2323145"/>
              <a:gd name="connsiteX224" fmla="*/ 2270719 w 11269336"/>
              <a:gd name="connsiteY224" fmla="*/ 2052702 h 2323145"/>
              <a:gd name="connsiteX225" fmla="*/ 2253080 w 11269336"/>
              <a:gd name="connsiteY225" fmla="*/ 2056363 h 2323145"/>
              <a:gd name="connsiteX226" fmla="*/ 2250906 w 11269336"/>
              <a:gd name="connsiteY226" fmla="*/ 2055654 h 2323145"/>
              <a:gd name="connsiteX227" fmla="*/ 2236905 w 11269336"/>
              <a:gd name="connsiteY227" fmla="*/ 2062882 h 2323145"/>
              <a:gd name="connsiteX228" fmla="*/ 2225830 w 11269336"/>
              <a:gd name="connsiteY228" fmla="*/ 2074027 h 2323145"/>
              <a:gd name="connsiteX229" fmla="*/ 2073776 w 11269336"/>
              <a:gd name="connsiteY229" fmla="*/ 2089244 h 2323145"/>
              <a:gd name="connsiteX230" fmla="*/ 1948256 w 11269336"/>
              <a:gd name="connsiteY230" fmla="*/ 2146616 h 2323145"/>
              <a:gd name="connsiteX231" fmla="*/ 1865582 w 11269336"/>
              <a:gd name="connsiteY231" fmla="*/ 2153738 h 2323145"/>
              <a:gd name="connsiteX232" fmla="*/ 1835210 w 11269336"/>
              <a:gd name="connsiteY232" fmla="*/ 2134244 h 2323145"/>
              <a:gd name="connsiteX233" fmla="*/ 1632661 w 11269336"/>
              <a:gd name="connsiteY233" fmla="*/ 2173882 h 2323145"/>
              <a:gd name="connsiteX234" fmla="*/ 1579590 w 11269336"/>
              <a:gd name="connsiteY234" fmla="*/ 2173680 h 2323145"/>
              <a:gd name="connsiteX235" fmla="*/ 1535601 w 11269336"/>
              <a:gd name="connsiteY235" fmla="*/ 2194590 h 2323145"/>
              <a:gd name="connsiteX236" fmla="*/ 1515594 w 11269336"/>
              <a:gd name="connsiteY236" fmla="*/ 2189622 h 2323145"/>
              <a:gd name="connsiteX237" fmla="*/ 1512113 w 11269336"/>
              <a:gd name="connsiteY237" fmla="*/ 2188534 h 2323145"/>
              <a:gd name="connsiteX238" fmla="*/ 1498838 w 11269336"/>
              <a:gd name="connsiteY238" fmla="*/ 2189213 h 2323145"/>
              <a:gd name="connsiteX239" fmla="*/ 1494279 w 11269336"/>
              <a:gd name="connsiteY239" fmla="*/ 2183112 h 2323145"/>
              <a:gd name="connsiteX240" fmla="*/ 1473714 w 11269336"/>
              <a:gd name="connsiteY240" fmla="*/ 2179625 h 2323145"/>
              <a:gd name="connsiteX241" fmla="*/ 1449503 w 11269336"/>
              <a:gd name="connsiteY241" fmla="*/ 2182633 h 2323145"/>
              <a:gd name="connsiteX242" fmla="*/ 1266687 w 11269336"/>
              <a:gd name="connsiteY242" fmla="*/ 2212688 h 2323145"/>
              <a:gd name="connsiteX243" fmla="*/ 1239614 w 11269336"/>
              <a:gd name="connsiteY243" fmla="*/ 2209727 h 2323145"/>
              <a:gd name="connsiteX244" fmla="*/ 1202436 w 11269336"/>
              <a:gd name="connsiteY244" fmla="*/ 2209817 h 2323145"/>
              <a:gd name="connsiteX245" fmla="*/ 1136097 w 11269336"/>
              <a:gd name="connsiteY245" fmla="*/ 2205112 h 2323145"/>
              <a:gd name="connsiteX246" fmla="*/ 988232 w 11269336"/>
              <a:gd name="connsiteY246" fmla="*/ 2235635 h 2323145"/>
              <a:gd name="connsiteX247" fmla="*/ 981959 w 11269336"/>
              <a:gd name="connsiteY247" fmla="*/ 2231607 h 2323145"/>
              <a:gd name="connsiteX248" fmla="*/ 938600 w 11269336"/>
              <a:gd name="connsiteY248" fmla="*/ 2238113 h 2323145"/>
              <a:gd name="connsiteX249" fmla="*/ 791788 w 11269336"/>
              <a:gd name="connsiteY249" fmla="*/ 2293224 h 2323145"/>
              <a:gd name="connsiteX250" fmla="*/ 706914 w 11269336"/>
              <a:gd name="connsiteY250" fmla="*/ 2305046 h 2323145"/>
              <a:gd name="connsiteX251" fmla="*/ 675971 w 11269336"/>
              <a:gd name="connsiteY251" fmla="*/ 2304030 h 2323145"/>
              <a:gd name="connsiteX252" fmla="*/ 624180 w 11269336"/>
              <a:gd name="connsiteY252" fmla="*/ 2302650 h 2323145"/>
              <a:gd name="connsiteX253" fmla="*/ 583453 w 11269336"/>
              <a:gd name="connsiteY253" fmla="*/ 2288788 h 2323145"/>
              <a:gd name="connsiteX254" fmla="*/ 540946 w 11269336"/>
              <a:gd name="connsiteY254" fmla="*/ 2292721 h 2323145"/>
              <a:gd name="connsiteX255" fmla="*/ 533680 w 11269336"/>
              <a:gd name="connsiteY255" fmla="*/ 2310233 h 2323145"/>
              <a:gd name="connsiteX256" fmla="*/ 487366 w 11269336"/>
              <a:gd name="connsiteY256" fmla="*/ 2309053 h 2323145"/>
              <a:gd name="connsiteX257" fmla="*/ 416820 w 11269336"/>
              <a:gd name="connsiteY257" fmla="*/ 2305443 h 2323145"/>
              <a:gd name="connsiteX258" fmla="*/ 376805 w 11269336"/>
              <a:gd name="connsiteY258" fmla="*/ 2307647 h 2323145"/>
              <a:gd name="connsiteX259" fmla="*/ 266777 w 11269336"/>
              <a:gd name="connsiteY259" fmla="*/ 2309012 h 2323145"/>
              <a:gd name="connsiteX260" fmla="*/ 156013 w 11269336"/>
              <a:gd name="connsiteY260" fmla="*/ 2306832 h 2323145"/>
              <a:gd name="connsiteX261" fmla="*/ 87258 w 11269336"/>
              <a:gd name="connsiteY261" fmla="*/ 2285511 h 2323145"/>
              <a:gd name="connsiteX262" fmla="*/ 23798 w 11269336"/>
              <a:gd name="connsiteY262" fmla="*/ 2281822 h 2323145"/>
              <a:gd name="connsiteX263" fmla="*/ 0 w 11269336"/>
              <a:gd name="connsiteY263" fmla="*/ 2285369 h 2323145"/>
              <a:gd name="connsiteX264" fmla="*/ 0 w 11269336"/>
              <a:gd name="connsiteY26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9062863 w 11269336"/>
              <a:gd name="connsiteY22" fmla="*/ 754656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33444 w 11269336"/>
              <a:gd name="connsiteY144" fmla="*/ 2181200 h 2323145"/>
              <a:gd name="connsiteX145" fmla="*/ 4492832 w 11269336"/>
              <a:gd name="connsiteY145" fmla="*/ 2188033 h 2323145"/>
              <a:gd name="connsiteX146" fmla="*/ 4467257 w 11269336"/>
              <a:gd name="connsiteY146" fmla="*/ 2196121 h 2323145"/>
              <a:gd name="connsiteX147" fmla="*/ 4459937 w 11269336"/>
              <a:gd name="connsiteY147" fmla="*/ 2195182 h 2323145"/>
              <a:gd name="connsiteX148" fmla="*/ 4433312 w 11269336"/>
              <a:gd name="connsiteY148" fmla="*/ 2199004 h 2323145"/>
              <a:gd name="connsiteX149" fmla="*/ 4420601 w 11269336"/>
              <a:gd name="connsiteY149" fmla="*/ 2205158 h 2323145"/>
              <a:gd name="connsiteX150" fmla="*/ 4405765 w 11269336"/>
              <a:gd name="connsiteY150" fmla="*/ 2199902 h 2323145"/>
              <a:gd name="connsiteX151" fmla="*/ 4401354 w 11269336"/>
              <a:gd name="connsiteY151" fmla="*/ 2194745 h 2323145"/>
              <a:gd name="connsiteX152" fmla="*/ 4383151 w 11269336"/>
              <a:gd name="connsiteY152" fmla="*/ 2201140 h 2323145"/>
              <a:gd name="connsiteX153" fmla="*/ 4366646 w 11269336"/>
              <a:gd name="connsiteY153" fmla="*/ 2198564 h 2323145"/>
              <a:gd name="connsiteX154" fmla="*/ 4354009 w 11269336"/>
              <a:gd name="connsiteY154" fmla="*/ 2204984 h 2323145"/>
              <a:gd name="connsiteX155" fmla="*/ 4348284 w 11269336"/>
              <a:gd name="connsiteY155" fmla="*/ 2205270 h 2323145"/>
              <a:gd name="connsiteX156" fmla="*/ 4333906 w 11269336"/>
              <a:gd name="connsiteY156" fmla="*/ 2205251 h 2323145"/>
              <a:gd name="connsiteX157" fmla="*/ 4308819 w 11269336"/>
              <a:gd name="connsiteY157" fmla="*/ 2203822 h 2323145"/>
              <a:gd name="connsiteX158" fmla="*/ 4301210 w 11269336"/>
              <a:gd name="connsiteY158" fmla="*/ 2204456 h 2323145"/>
              <a:gd name="connsiteX159" fmla="*/ 4283095 w 11269336"/>
              <a:gd name="connsiteY159" fmla="*/ 2198177 h 2323145"/>
              <a:gd name="connsiteX160" fmla="*/ 4250119 w 11269336"/>
              <a:gd name="connsiteY160" fmla="*/ 2196342 h 2323145"/>
              <a:gd name="connsiteX161" fmla="*/ 4189203 w 11269336"/>
              <a:gd name="connsiteY161" fmla="*/ 2178994 h 2323145"/>
              <a:gd name="connsiteX162" fmla="*/ 4154035 w 11269336"/>
              <a:gd name="connsiteY162" fmla="*/ 2171950 h 2323145"/>
              <a:gd name="connsiteX163" fmla="*/ 4129569 w 11269336"/>
              <a:gd name="connsiteY163" fmla="*/ 2163850 h 2323145"/>
              <a:gd name="connsiteX164" fmla="*/ 4061250 w 11269336"/>
              <a:gd name="connsiteY164" fmla="*/ 2159236 h 2323145"/>
              <a:gd name="connsiteX165" fmla="*/ 3945480 w 11269336"/>
              <a:gd name="connsiteY165" fmla="*/ 2158279 h 2323145"/>
              <a:gd name="connsiteX166" fmla="*/ 3921468 w 11269336"/>
              <a:gd name="connsiteY166" fmla="*/ 2156588 h 2323145"/>
              <a:gd name="connsiteX167" fmla="*/ 3903348 w 11269336"/>
              <a:gd name="connsiteY167" fmla="*/ 2149220 h 2323145"/>
              <a:gd name="connsiteX168" fmla="*/ 3901342 w 11269336"/>
              <a:gd name="connsiteY168" fmla="*/ 2142355 h 2323145"/>
              <a:gd name="connsiteX169" fmla="*/ 3888539 w 11269336"/>
              <a:gd name="connsiteY169" fmla="*/ 2140476 h 2323145"/>
              <a:gd name="connsiteX170" fmla="*/ 3885662 w 11269336"/>
              <a:gd name="connsiteY170" fmla="*/ 2138740 h 2323145"/>
              <a:gd name="connsiteX171" fmla="*/ 3868627 w 11269336"/>
              <a:gd name="connsiteY171" fmla="*/ 2130023 h 2323145"/>
              <a:gd name="connsiteX172" fmla="*/ 3819177 w 11269336"/>
              <a:gd name="connsiteY172" fmla="*/ 2142111 h 2323145"/>
              <a:gd name="connsiteX173" fmla="*/ 3769100 w 11269336"/>
              <a:gd name="connsiteY173" fmla="*/ 2131731 h 2323145"/>
              <a:gd name="connsiteX174" fmla="*/ 3562752 w 11269336"/>
              <a:gd name="connsiteY174" fmla="*/ 2131785 h 2323145"/>
              <a:gd name="connsiteX175" fmla="*/ 3541402 w 11269336"/>
              <a:gd name="connsiteY175" fmla="*/ 2106821 h 2323145"/>
              <a:gd name="connsiteX176" fmla="*/ 3365341 w 11269336"/>
              <a:gd name="connsiteY176" fmla="*/ 2077638 h 2323145"/>
              <a:gd name="connsiteX177" fmla="*/ 3170922 w 11269336"/>
              <a:gd name="connsiteY177" fmla="*/ 2115957 h 2323145"/>
              <a:gd name="connsiteX178" fmla="*/ 3156256 w 11269336"/>
              <a:gd name="connsiteY178" fmla="*/ 2124773 h 2323145"/>
              <a:gd name="connsiteX179" fmla="*/ 3140298 w 11269336"/>
              <a:gd name="connsiteY179" fmla="*/ 2129182 h 2323145"/>
              <a:gd name="connsiteX180" fmla="*/ 3138514 w 11269336"/>
              <a:gd name="connsiteY180" fmla="*/ 2128069 h 2323145"/>
              <a:gd name="connsiteX181" fmla="*/ 3120467 w 11269336"/>
              <a:gd name="connsiteY181" fmla="*/ 2128281 h 2323145"/>
              <a:gd name="connsiteX182" fmla="*/ 3116175 w 11269336"/>
              <a:gd name="connsiteY182" fmla="*/ 2131633 h 2323145"/>
              <a:gd name="connsiteX183" fmla="*/ 3103685 w 11269336"/>
              <a:gd name="connsiteY183" fmla="*/ 2132814 h 2323145"/>
              <a:gd name="connsiteX184" fmla="*/ 3078794 w 11269336"/>
              <a:gd name="connsiteY184" fmla="*/ 2137935 h 2323145"/>
              <a:gd name="connsiteX185" fmla="*/ 3074407 w 11269336"/>
              <a:gd name="connsiteY185" fmla="*/ 2136274 h 2323145"/>
              <a:gd name="connsiteX186" fmla="*/ 3037285 w 11269336"/>
              <a:gd name="connsiteY186" fmla="*/ 2139919 h 2323145"/>
              <a:gd name="connsiteX187" fmla="*/ 3036901 w 11269336"/>
              <a:gd name="connsiteY187" fmla="*/ 2138726 h 2323145"/>
              <a:gd name="connsiteX188" fmla="*/ 3026996 w 11269336"/>
              <a:gd name="connsiteY188" fmla="*/ 2134322 h 2323145"/>
              <a:gd name="connsiteX189" fmla="*/ 3007772 w 11269336"/>
              <a:gd name="connsiteY189" fmla="*/ 2128742 h 2323145"/>
              <a:gd name="connsiteX190" fmla="*/ 2965030 w 11269336"/>
              <a:gd name="connsiteY190" fmla="*/ 2100494 h 2323145"/>
              <a:gd name="connsiteX191" fmla="*/ 2926342 w 11269336"/>
              <a:gd name="connsiteY191" fmla="*/ 2104155 h 2323145"/>
              <a:gd name="connsiteX192" fmla="*/ 2918608 w 11269336"/>
              <a:gd name="connsiteY192" fmla="*/ 2104215 h 2323145"/>
              <a:gd name="connsiteX193" fmla="*/ 2918475 w 11269336"/>
              <a:gd name="connsiteY193" fmla="*/ 2103937 h 2323145"/>
              <a:gd name="connsiteX194" fmla="*/ 2910360 w 11269336"/>
              <a:gd name="connsiteY194" fmla="*/ 2103444 h 2323145"/>
              <a:gd name="connsiteX195" fmla="*/ 2904507 w 11269336"/>
              <a:gd name="connsiteY195" fmla="*/ 2104326 h 2323145"/>
              <a:gd name="connsiteX196" fmla="*/ 2889503 w 11269336"/>
              <a:gd name="connsiteY196" fmla="*/ 2104443 h 2323145"/>
              <a:gd name="connsiteX197" fmla="*/ 2884480 w 11269336"/>
              <a:gd name="connsiteY197" fmla="*/ 2102626 h 2323145"/>
              <a:gd name="connsiteX198" fmla="*/ 2882689 w 11269336"/>
              <a:gd name="connsiteY198" fmla="*/ 2099228 h 2323145"/>
              <a:gd name="connsiteX199" fmla="*/ 2881291 w 11269336"/>
              <a:gd name="connsiteY199" fmla="*/ 2099618 h 2323145"/>
              <a:gd name="connsiteX200" fmla="*/ 2853979 w 11269336"/>
              <a:gd name="connsiteY200" fmla="*/ 2090388 h 2323145"/>
              <a:gd name="connsiteX201" fmla="*/ 2791790 w 11269336"/>
              <a:gd name="connsiteY201" fmla="*/ 2080332 h 2323145"/>
              <a:gd name="connsiteX202" fmla="*/ 2755844 w 11269336"/>
              <a:gd name="connsiteY202" fmla="*/ 2078874 h 2323145"/>
              <a:gd name="connsiteX203" fmla="*/ 2657742 w 11269336"/>
              <a:gd name="connsiteY203" fmla="*/ 2070179 h 2323145"/>
              <a:gd name="connsiteX204" fmla="*/ 2559549 w 11269336"/>
              <a:gd name="connsiteY204" fmla="*/ 2057873 h 2323145"/>
              <a:gd name="connsiteX205" fmla="*/ 2512054 w 11269336"/>
              <a:gd name="connsiteY205" fmla="*/ 2031671 h 2323145"/>
              <a:gd name="connsiteX206" fmla="*/ 2506437 w 11269336"/>
              <a:gd name="connsiteY206" fmla="*/ 2030918 h 2323145"/>
              <a:gd name="connsiteX207" fmla="*/ 2491752 w 11269336"/>
              <a:gd name="connsiteY207" fmla="*/ 2033906 h 2323145"/>
              <a:gd name="connsiteX208" fmla="*/ 2486338 w 11269336"/>
              <a:gd name="connsiteY208" fmla="*/ 2035862 h 2323145"/>
              <a:gd name="connsiteX209" fmla="*/ 2478186 w 11269336"/>
              <a:gd name="connsiteY209" fmla="*/ 2036953 h 2323145"/>
              <a:gd name="connsiteX210" fmla="*/ 2477950 w 11269336"/>
              <a:gd name="connsiteY210" fmla="*/ 2036715 h 2323145"/>
              <a:gd name="connsiteX211" fmla="*/ 2470381 w 11269336"/>
              <a:gd name="connsiteY211" fmla="*/ 2038256 h 2323145"/>
              <a:gd name="connsiteX212" fmla="*/ 2433781 w 11269336"/>
              <a:gd name="connsiteY212" fmla="*/ 2049140 h 2323145"/>
              <a:gd name="connsiteX213" fmla="*/ 2381172 w 11269336"/>
              <a:gd name="connsiteY213" fmla="*/ 2030645 h 2323145"/>
              <a:gd name="connsiteX214" fmla="*/ 2360198 w 11269336"/>
              <a:gd name="connsiteY214" fmla="*/ 2029059 h 2323145"/>
              <a:gd name="connsiteX215" fmla="*/ 2348815 w 11269336"/>
              <a:gd name="connsiteY215" fmla="*/ 2026798 h 2323145"/>
              <a:gd name="connsiteX216" fmla="*/ 2347988 w 11269336"/>
              <a:gd name="connsiteY216" fmla="*/ 2025745 h 2323145"/>
              <a:gd name="connsiteX217" fmla="*/ 2312920 w 11269336"/>
              <a:gd name="connsiteY217" fmla="*/ 2036311 h 2323145"/>
              <a:gd name="connsiteX218" fmla="*/ 2307986 w 11269336"/>
              <a:gd name="connsiteY218" fmla="*/ 2035583 h 2323145"/>
              <a:gd name="connsiteX219" fmla="*/ 2285481 w 11269336"/>
              <a:gd name="connsiteY219" fmla="*/ 2045197 h 2323145"/>
              <a:gd name="connsiteX220" fmla="*/ 2273666 w 11269336"/>
              <a:gd name="connsiteY220" fmla="*/ 2048710 h 2323145"/>
              <a:gd name="connsiteX221" fmla="*/ 2270719 w 11269336"/>
              <a:gd name="connsiteY221" fmla="*/ 2052702 h 2323145"/>
              <a:gd name="connsiteX222" fmla="*/ 2253080 w 11269336"/>
              <a:gd name="connsiteY222" fmla="*/ 2056363 h 2323145"/>
              <a:gd name="connsiteX223" fmla="*/ 2250906 w 11269336"/>
              <a:gd name="connsiteY223" fmla="*/ 2055654 h 2323145"/>
              <a:gd name="connsiteX224" fmla="*/ 2236905 w 11269336"/>
              <a:gd name="connsiteY224" fmla="*/ 2062882 h 2323145"/>
              <a:gd name="connsiteX225" fmla="*/ 2225830 w 11269336"/>
              <a:gd name="connsiteY225" fmla="*/ 2074027 h 2323145"/>
              <a:gd name="connsiteX226" fmla="*/ 2073776 w 11269336"/>
              <a:gd name="connsiteY226" fmla="*/ 2089244 h 2323145"/>
              <a:gd name="connsiteX227" fmla="*/ 1948256 w 11269336"/>
              <a:gd name="connsiteY227" fmla="*/ 2146616 h 2323145"/>
              <a:gd name="connsiteX228" fmla="*/ 1865582 w 11269336"/>
              <a:gd name="connsiteY228" fmla="*/ 2153738 h 2323145"/>
              <a:gd name="connsiteX229" fmla="*/ 1835210 w 11269336"/>
              <a:gd name="connsiteY229" fmla="*/ 2134244 h 2323145"/>
              <a:gd name="connsiteX230" fmla="*/ 1632661 w 11269336"/>
              <a:gd name="connsiteY230" fmla="*/ 2173882 h 2323145"/>
              <a:gd name="connsiteX231" fmla="*/ 1579590 w 11269336"/>
              <a:gd name="connsiteY231" fmla="*/ 2173680 h 2323145"/>
              <a:gd name="connsiteX232" fmla="*/ 1535601 w 11269336"/>
              <a:gd name="connsiteY232" fmla="*/ 2194590 h 2323145"/>
              <a:gd name="connsiteX233" fmla="*/ 1515594 w 11269336"/>
              <a:gd name="connsiteY233" fmla="*/ 2189622 h 2323145"/>
              <a:gd name="connsiteX234" fmla="*/ 1512113 w 11269336"/>
              <a:gd name="connsiteY234" fmla="*/ 2188534 h 2323145"/>
              <a:gd name="connsiteX235" fmla="*/ 1498838 w 11269336"/>
              <a:gd name="connsiteY235" fmla="*/ 2189213 h 2323145"/>
              <a:gd name="connsiteX236" fmla="*/ 1494279 w 11269336"/>
              <a:gd name="connsiteY236" fmla="*/ 2183112 h 2323145"/>
              <a:gd name="connsiteX237" fmla="*/ 1473714 w 11269336"/>
              <a:gd name="connsiteY237" fmla="*/ 2179625 h 2323145"/>
              <a:gd name="connsiteX238" fmla="*/ 1449503 w 11269336"/>
              <a:gd name="connsiteY238" fmla="*/ 2182633 h 2323145"/>
              <a:gd name="connsiteX239" fmla="*/ 1266687 w 11269336"/>
              <a:gd name="connsiteY239" fmla="*/ 2212688 h 2323145"/>
              <a:gd name="connsiteX240" fmla="*/ 1239614 w 11269336"/>
              <a:gd name="connsiteY240" fmla="*/ 2209727 h 2323145"/>
              <a:gd name="connsiteX241" fmla="*/ 1202436 w 11269336"/>
              <a:gd name="connsiteY241" fmla="*/ 2209817 h 2323145"/>
              <a:gd name="connsiteX242" fmla="*/ 1136097 w 11269336"/>
              <a:gd name="connsiteY242" fmla="*/ 2205112 h 2323145"/>
              <a:gd name="connsiteX243" fmla="*/ 988232 w 11269336"/>
              <a:gd name="connsiteY243" fmla="*/ 2235635 h 2323145"/>
              <a:gd name="connsiteX244" fmla="*/ 981959 w 11269336"/>
              <a:gd name="connsiteY244" fmla="*/ 2231607 h 2323145"/>
              <a:gd name="connsiteX245" fmla="*/ 938600 w 11269336"/>
              <a:gd name="connsiteY245" fmla="*/ 2238113 h 2323145"/>
              <a:gd name="connsiteX246" fmla="*/ 791788 w 11269336"/>
              <a:gd name="connsiteY246" fmla="*/ 2293224 h 2323145"/>
              <a:gd name="connsiteX247" fmla="*/ 706914 w 11269336"/>
              <a:gd name="connsiteY247" fmla="*/ 2305046 h 2323145"/>
              <a:gd name="connsiteX248" fmla="*/ 675971 w 11269336"/>
              <a:gd name="connsiteY248" fmla="*/ 2304030 h 2323145"/>
              <a:gd name="connsiteX249" fmla="*/ 624180 w 11269336"/>
              <a:gd name="connsiteY249" fmla="*/ 2302650 h 2323145"/>
              <a:gd name="connsiteX250" fmla="*/ 583453 w 11269336"/>
              <a:gd name="connsiteY250" fmla="*/ 2288788 h 2323145"/>
              <a:gd name="connsiteX251" fmla="*/ 540946 w 11269336"/>
              <a:gd name="connsiteY251" fmla="*/ 2292721 h 2323145"/>
              <a:gd name="connsiteX252" fmla="*/ 533680 w 11269336"/>
              <a:gd name="connsiteY252" fmla="*/ 2310233 h 2323145"/>
              <a:gd name="connsiteX253" fmla="*/ 487366 w 11269336"/>
              <a:gd name="connsiteY253" fmla="*/ 2309053 h 2323145"/>
              <a:gd name="connsiteX254" fmla="*/ 416820 w 11269336"/>
              <a:gd name="connsiteY254" fmla="*/ 2305443 h 2323145"/>
              <a:gd name="connsiteX255" fmla="*/ 376805 w 11269336"/>
              <a:gd name="connsiteY255" fmla="*/ 2307647 h 2323145"/>
              <a:gd name="connsiteX256" fmla="*/ 266777 w 11269336"/>
              <a:gd name="connsiteY256" fmla="*/ 2309012 h 2323145"/>
              <a:gd name="connsiteX257" fmla="*/ 156013 w 11269336"/>
              <a:gd name="connsiteY257" fmla="*/ 2306832 h 2323145"/>
              <a:gd name="connsiteX258" fmla="*/ 87258 w 11269336"/>
              <a:gd name="connsiteY258" fmla="*/ 2285511 h 2323145"/>
              <a:gd name="connsiteX259" fmla="*/ 23798 w 11269336"/>
              <a:gd name="connsiteY259" fmla="*/ 2281822 h 2323145"/>
              <a:gd name="connsiteX260" fmla="*/ 0 w 11269336"/>
              <a:gd name="connsiteY260" fmla="*/ 2285369 h 2323145"/>
              <a:gd name="connsiteX261" fmla="*/ 0 w 11269336"/>
              <a:gd name="connsiteY26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593061 w 11269336"/>
              <a:gd name="connsiteY142" fmla="*/ 2171597 h 2323145"/>
              <a:gd name="connsiteX143" fmla="*/ 4533444 w 11269336"/>
              <a:gd name="connsiteY143" fmla="*/ 2181200 h 2323145"/>
              <a:gd name="connsiteX144" fmla="*/ 4492832 w 11269336"/>
              <a:gd name="connsiteY144" fmla="*/ 2188033 h 2323145"/>
              <a:gd name="connsiteX145" fmla="*/ 4467257 w 11269336"/>
              <a:gd name="connsiteY145" fmla="*/ 2196121 h 2323145"/>
              <a:gd name="connsiteX146" fmla="*/ 4459937 w 11269336"/>
              <a:gd name="connsiteY146" fmla="*/ 2195182 h 2323145"/>
              <a:gd name="connsiteX147" fmla="*/ 4433312 w 11269336"/>
              <a:gd name="connsiteY147" fmla="*/ 2199004 h 2323145"/>
              <a:gd name="connsiteX148" fmla="*/ 4420601 w 11269336"/>
              <a:gd name="connsiteY148" fmla="*/ 2205158 h 2323145"/>
              <a:gd name="connsiteX149" fmla="*/ 4405765 w 11269336"/>
              <a:gd name="connsiteY149" fmla="*/ 2199902 h 2323145"/>
              <a:gd name="connsiteX150" fmla="*/ 4401354 w 11269336"/>
              <a:gd name="connsiteY150" fmla="*/ 2194745 h 2323145"/>
              <a:gd name="connsiteX151" fmla="*/ 4383151 w 11269336"/>
              <a:gd name="connsiteY151" fmla="*/ 2201140 h 2323145"/>
              <a:gd name="connsiteX152" fmla="*/ 4366646 w 11269336"/>
              <a:gd name="connsiteY152" fmla="*/ 2198564 h 2323145"/>
              <a:gd name="connsiteX153" fmla="*/ 4354009 w 11269336"/>
              <a:gd name="connsiteY153" fmla="*/ 2204984 h 2323145"/>
              <a:gd name="connsiteX154" fmla="*/ 4348284 w 11269336"/>
              <a:gd name="connsiteY154" fmla="*/ 2205270 h 2323145"/>
              <a:gd name="connsiteX155" fmla="*/ 4333906 w 11269336"/>
              <a:gd name="connsiteY155" fmla="*/ 2205251 h 2323145"/>
              <a:gd name="connsiteX156" fmla="*/ 4308819 w 11269336"/>
              <a:gd name="connsiteY156" fmla="*/ 2203822 h 2323145"/>
              <a:gd name="connsiteX157" fmla="*/ 4301210 w 11269336"/>
              <a:gd name="connsiteY157" fmla="*/ 2204456 h 2323145"/>
              <a:gd name="connsiteX158" fmla="*/ 4283095 w 11269336"/>
              <a:gd name="connsiteY158" fmla="*/ 2198177 h 2323145"/>
              <a:gd name="connsiteX159" fmla="*/ 4250119 w 11269336"/>
              <a:gd name="connsiteY159" fmla="*/ 2196342 h 2323145"/>
              <a:gd name="connsiteX160" fmla="*/ 4189203 w 11269336"/>
              <a:gd name="connsiteY160" fmla="*/ 2178994 h 2323145"/>
              <a:gd name="connsiteX161" fmla="*/ 4154035 w 11269336"/>
              <a:gd name="connsiteY161" fmla="*/ 2171950 h 2323145"/>
              <a:gd name="connsiteX162" fmla="*/ 4129569 w 11269336"/>
              <a:gd name="connsiteY162" fmla="*/ 2163850 h 2323145"/>
              <a:gd name="connsiteX163" fmla="*/ 4061250 w 11269336"/>
              <a:gd name="connsiteY163" fmla="*/ 2159236 h 2323145"/>
              <a:gd name="connsiteX164" fmla="*/ 3945480 w 11269336"/>
              <a:gd name="connsiteY164" fmla="*/ 2158279 h 2323145"/>
              <a:gd name="connsiteX165" fmla="*/ 3921468 w 11269336"/>
              <a:gd name="connsiteY165" fmla="*/ 2156588 h 2323145"/>
              <a:gd name="connsiteX166" fmla="*/ 3903348 w 11269336"/>
              <a:gd name="connsiteY166" fmla="*/ 2149220 h 2323145"/>
              <a:gd name="connsiteX167" fmla="*/ 3901342 w 11269336"/>
              <a:gd name="connsiteY167" fmla="*/ 2142355 h 2323145"/>
              <a:gd name="connsiteX168" fmla="*/ 3888539 w 11269336"/>
              <a:gd name="connsiteY168" fmla="*/ 2140476 h 2323145"/>
              <a:gd name="connsiteX169" fmla="*/ 3885662 w 11269336"/>
              <a:gd name="connsiteY169" fmla="*/ 2138740 h 2323145"/>
              <a:gd name="connsiteX170" fmla="*/ 3868627 w 11269336"/>
              <a:gd name="connsiteY170" fmla="*/ 2130023 h 2323145"/>
              <a:gd name="connsiteX171" fmla="*/ 3819177 w 11269336"/>
              <a:gd name="connsiteY171" fmla="*/ 2142111 h 2323145"/>
              <a:gd name="connsiteX172" fmla="*/ 3769100 w 11269336"/>
              <a:gd name="connsiteY172" fmla="*/ 2131731 h 2323145"/>
              <a:gd name="connsiteX173" fmla="*/ 3562752 w 11269336"/>
              <a:gd name="connsiteY173" fmla="*/ 2131785 h 2323145"/>
              <a:gd name="connsiteX174" fmla="*/ 3541402 w 11269336"/>
              <a:gd name="connsiteY174" fmla="*/ 2106821 h 2323145"/>
              <a:gd name="connsiteX175" fmla="*/ 3365341 w 11269336"/>
              <a:gd name="connsiteY175" fmla="*/ 2077638 h 2323145"/>
              <a:gd name="connsiteX176" fmla="*/ 3170922 w 11269336"/>
              <a:gd name="connsiteY176" fmla="*/ 2115957 h 2323145"/>
              <a:gd name="connsiteX177" fmla="*/ 3156256 w 11269336"/>
              <a:gd name="connsiteY177" fmla="*/ 2124773 h 2323145"/>
              <a:gd name="connsiteX178" fmla="*/ 3140298 w 11269336"/>
              <a:gd name="connsiteY178" fmla="*/ 2129182 h 2323145"/>
              <a:gd name="connsiteX179" fmla="*/ 3138514 w 11269336"/>
              <a:gd name="connsiteY179" fmla="*/ 2128069 h 2323145"/>
              <a:gd name="connsiteX180" fmla="*/ 3120467 w 11269336"/>
              <a:gd name="connsiteY180" fmla="*/ 2128281 h 2323145"/>
              <a:gd name="connsiteX181" fmla="*/ 3116175 w 11269336"/>
              <a:gd name="connsiteY181" fmla="*/ 2131633 h 2323145"/>
              <a:gd name="connsiteX182" fmla="*/ 3103685 w 11269336"/>
              <a:gd name="connsiteY182" fmla="*/ 2132814 h 2323145"/>
              <a:gd name="connsiteX183" fmla="*/ 3078794 w 11269336"/>
              <a:gd name="connsiteY183" fmla="*/ 2137935 h 2323145"/>
              <a:gd name="connsiteX184" fmla="*/ 3074407 w 11269336"/>
              <a:gd name="connsiteY184" fmla="*/ 2136274 h 2323145"/>
              <a:gd name="connsiteX185" fmla="*/ 3037285 w 11269336"/>
              <a:gd name="connsiteY185" fmla="*/ 2139919 h 2323145"/>
              <a:gd name="connsiteX186" fmla="*/ 3036901 w 11269336"/>
              <a:gd name="connsiteY186" fmla="*/ 2138726 h 2323145"/>
              <a:gd name="connsiteX187" fmla="*/ 3026996 w 11269336"/>
              <a:gd name="connsiteY187" fmla="*/ 2134322 h 2323145"/>
              <a:gd name="connsiteX188" fmla="*/ 3007772 w 11269336"/>
              <a:gd name="connsiteY188" fmla="*/ 2128742 h 2323145"/>
              <a:gd name="connsiteX189" fmla="*/ 2965030 w 11269336"/>
              <a:gd name="connsiteY189" fmla="*/ 2100494 h 2323145"/>
              <a:gd name="connsiteX190" fmla="*/ 2926342 w 11269336"/>
              <a:gd name="connsiteY190" fmla="*/ 2104155 h 2323145"/>
              <a:gd name="connsiteX191" fmla="*/ 2918608 w 11269336"/>
              <a:gd name="connsiteY191" fmla="*/ 2104215 h 2323145"/>
              <a:gd name="connsiteX192" fmla="*/ 2918475 w 11269336"/>
              <a:gd name="connsiteY192" fmla="*/ 2103937 h 2323145"/>
              <a:gd name="connsiteX193" fmla="*/ 2910360 w 11269336"/>
              <a:gd name="connsiteY193" fmla="*/ 2103444 h 2323145"/>
              <a:gd name="connsiteX194" fmla="*/ 2904507 w 11269336"/>
              <a:gd name="connsiteY194" fmla="*/ 2104326 h 2323145"/>
              <a:gd name="connsiteX195" fmla="*/ 2889503 w 11269336"/>
              <a:gd name="connsiteY195" fmla="*/ 2104443 h 2323145"/>
              <a:gd name="connsiteX196" fmla="*/ 2884480 w 11269336"/>
              <a:gd name="connsiteY196" fmla="*/ 2102626 h 2323145"/>
              <a:gd name="connsiteX197" fmla="*/ 2882689 w 11269336"/>
              <a:gd name="connsiteY197" fmla="*/ 2099228 h 2323145"/>
              <a:gd name="connsiteX198" fmla="*/ 2881291 w 11269336"/>
              <a:gd name="connsiteY198" fmla="*/ 2099618 h 2323145"/>
              <a:gd name="connsiteX199" fmla="*/ 2853979 w 11269336"/>
              <a:gd name="connsiteY199" fmla="*/ 2090388 h 2323145"/>
              <a:gd name="connsiteX200" fmla="*/ 2791790 w 11269336"/>
              <a:gd name="connsiteY200" fmla="*/ 2080332 h 2323145"/>
              <a:gd name="connsiteX201" fmla="*/ 2755844 w 11269336"/>
              <a:gd name="connsiteY201" fmla="*/ 2078874 h 2323145"/>
              <a:gd name="connsiteX202" fmla="*/ 2657742 w 11269336"/>
              <a:gd name="connsiteY202" fmla="*/ 2070179 h 2323145"/>
              <a:gd name="connsiteX203" fmla="*/ 2559549 w 11269336"/>
              <a:gd name="connsiteY203" fmla="*/ 2057873 h 2323145"/>
              <a:gd name="connsiteX204" fmla="*/ 2512054 w 11269336"/>
              <a:gd name="connsiteY204" fmla="*/ 2031671 h 2323145"/>
              <a:gd name="connsiteX205" fmla="*/ 2506437 w 11269336"/>
              <a:gd name="connsiteY205" fmla="*/ 2030918 h 2323145"/>
              <a:gd name="connsiteX206" fmla="*/ 2491752 w 11269336"/>
              <a:gd name="connsiteY206" fmla="*/ 2033906 h 2323145"/>
              <a:gd name="connsiteX207" fmla="*/ 2486338 w 11269336"/>
              <a:gd name="connsiteY207" fmla="*/ 2035862 h 2323145"/>
              <a:gd name="connsiteX208" fmla="*/ 2478186 w 11269336"/>
              <a:gd name="connsiteY208" fmla="*/ 2036953 h 2323145"/>
              <a:gd name="connsiteX209" fmla="*/ 2477950 w 11269336"/>
              <a:gd name="connsiteY209" fmla="*/ 2036715 h 2323145"/>
              <a:gd name="connsiteX210" fmla="*/ 2470381 w 11269336"/>
              <a:gd name="connsiteY210" fmla="*/ 2038256 h 2323145"/>
              <a:gd name="connsiteX211" fmla="*/ 2433781 w 11269336"/>
              <a:gd name="connsiteY211" fmla="*/ 2049140 h 2323145"/>
              <a:gd name="connsiteX212" fmla="*/ 2381172 w 11269336"/>
              <a:gd name="connsiteY212" fmla="*/ 2030645 h 2323145"/>
              <a:gd name="connsiteX213" fmla="*/ 2360198 w 11269336"/>
              <a:gd name="connsiteY213" fmla="*/ 2029059 h 2323145"/>
              <a:gd name="connsiteX214" fmla="*/ 2348815 w 11269336"/>
              <a:gd name="connsiteY214" fmla="*/ 2026798 h 2323145"/>
              <a:gd name="connsiteX215" fmla="*/ 2347988 w 11269336"/>
              <a:gd name="connsiteY215" fmla="*/ 2025745 h 2323145"/>
              <a:gd name="connsiteX216" fmla="*/ 2312920 w 11269336"/>
              <a:gd name="connsiteY216" fmla="*/ 2036311 h 2323145"/>
              <a:gd name="connsiteX217" fmla="*/ 2307986 w 11269336"/>
              <a:gd name="connsiteY217" fmla="*/ 2035583 h 2323145"/>
              <a:gd name="connsiteX218" fmla="*/ 2285481 w 11269336"/>
              <a:gd name="connsiteY218" fmla="*/ 2045197 h 2323145"/>
              <a:gd name="connsiteX219" fmla="*/ 2273666 w 11269336"/>
              <a:gd name="connsiteY219" fmla="*/ 2048710 h 2323145"/>
              <a:gd name="connsiteX220" fmla="*/ 2270719 w 11269336"/>
              <a:gd name="connsiteY220" fmla="*/ 2052702 h 2323145"/>
              <a:gd name="connsiteX221" fmla="*/ 2253080 w 11269336"/>
              <a:gd name="connsiteY221" fmla="*/ 2056363 h 2323145"/>
              <a:gd name="connsiteX222" fmla="*/ 2250906 w 11269336"/>
              <a:gd name="connsiteY222" fmla="*/ 2055654 h 2323145"/>
              <a:gd name="connsiteX223" fmla="*/ 2236905 w 11269336"/>
              <a:gd name="connsiteY223" fmla="*/ 2062882 h 2323145"/>
              <a:gd name="connsiteX224" fmla="*/ 2225830 w 11269336"/>
              <a:gd name="connsiteY224" fmla="*/ 2074027 h 2323145"/>
              <a:gd name="connsiteX225" fmla="*/ 2073776 w 11269336"/>
              <a:gd name="connsiteY225" fmla="*/ 2089244 h 2323145"/>
              <a:gd name="connsiteX226" fmla="*/ 1948256 w 11269336"/>
              <a:gd name="connsiteY226" fmla="*/ 2146616 h 2323145"/>
              <a:gd name="connsiteX227" fmla="*/ 1865582 w 11269336"/>
              <a:gd name="connsiteY227" fmla="*/ 2153738 h 2323145"/>
              <a:gd name="connsiteX228" fmla="*/ 1835210 w 11269336"/>
              <a:gd name="connsiteY228" fmla="*/ 2134244 h 2323145"/>
              <a:gd name="connsiteX229" fmla="*/ 1632661 w 11269336"/>
              <a:gd name="connsiteY229" fmla="*/ 2173882 h 2323145"/>
              <a:gd name="connsiteX230" fmla="*/ 1579590 w 11269336"/>
              <a:gd name="connsiteY230" fmla="*/ 2173680 h 2323145"/>
              <a:gd name="connsiteX231" fmla="*/ 1535601 w 11269336"/>
              <a:gd name="connsiteY231" fmla="*/ 2194590 h 2323145"/>
              <a:gd name="connsiteX232" fmla="*/ 1515594 w 11269336"/>
              <a:gd name="connsiteY232" fmla="*/ 2189622 h 2323145"/>
              <a:gd name="connsiteX233" fmla="*/ 1512113 w 11269336"/>
              <a:gd name="connsiteY233" fmla="*/ 2188534 h 2323145"/>
              <a:gd name="connsiteX234" fmla="*/ 1498838 w 11269336"/>
              <a:gd name="connsiteY234" fmla="*/ 2189213 h 2323145"/>
              <a:gd name="connsiteX235" fmla="*/ 1494279 w 11269336"/>
              <a:gd name="connsiteY235" fmla="*/ 2183112 h 2323145"/>
              <a:gd name="connsiteX236" fmla="*/ 1473714 w 11269336"/>
              <a:gd name="connsiteY236" fmla="*/ 2179625 h 2323145"/>
              <a:gd name="connsiteX237" fmla="*/ 1449503 w 11269336"/>
              <a:gd name="connsiteY237" fmla="*/ 2182633 h 2323145"/>
              <a:gd name="connsiteX238" fmla="*/ 1266687 w 11269336"/>
              <a:gd name="connsiteY238" fmla="*/ 2212688 h 2323145"/>
              <a:gd name="connsiteX239" fmla="*/ 1239614 w 11269336"/>
              <a:gd name="connsiteY239" fmla="*/ 2209727 h 2323145"/>
              <a:gd name="connsiteX240" fmla="*/ 1202436 w 11269336"/>
              <a:gd name="connsiteY240" fmla="*/ 2209817 h 2323145"/>
              <a:gd name="connsiteX241" fmla="*/ 1136097 w 11269336"/>
              <a:gd name="connsiteY241" fmla="*/ 2205112 h 2323145"/>
              <a:gd name="connsiteX242" fmla="*/ 988232 w 11269336"/>
              <a:gd name="connsiteY242" fmla="*/ 2235635 h 2323145"/>
              <a:gd name="connsiteX243" fmla="*/ 981959 w 11269336"/>
              <a:gd name="connsiteY243" fmla="*/ 2231607 h 2323145"/>
              <a:gd name="connsiteX244" fmla="*/ 938600 w 11269336"/>
              <a:gd name="connsiteY244" fmla="*/ 2238113 h 2323145"/>
              <a:gd name="connsiteX245" fmla="*/ 791788 w 11269336"/>
              <a:gd name="connsiteY245" fmla="*/ 2293224 h 2323145"/>
              <a:gd name="connsiteX246" fmla="*/ 706914 w 11269336"/>
              <a:gd name="connsiteY246" fmla="*/ 2305046 h 2323145"/>
              <a:gd name="connsiteX247" fmla="*/ 675971 w 11269336"/>
              <a:gd name="connsiteY247" fmla="*/ 2304030 h 2323145"/>
              <a:gd name="connsiteX248" fmla="*/ 624180 w 11269336"/>
              <a:gd name="connsiteY248" fmla="*/ 2302650 h 2323145"/>
              <a:gd name="connsiteX249" fmla="*/ 583453 w 11269336"/>
              <a:gd name="connsiteY249" fmla="*/ 2288788 h 2323145"/>
              <a:gd name="connsiteX250" fmla="*/ 540946 w 11269336"/>
              <a:gd name="connsiteY250" fmla="*/ 2292721 h 2323145"/>
              <a:gd name="connsiteX251" fmla="*/ 533680 w 11269336"/>
              <a:gd name="connsiteY251" fmla="*/ 2310233 h 2323145"/>
              <a:gd name="connsiteX252" fmla="*/ 487366 w 11269336"/>
              <a:gd name="connsiteY252" fmla="*/ 2309053 h 2323145"/>
              <a:gd name="connsiteX253" fmla="*/ 416820 w 11269336"/>
              <a:gd name="connsiteY253" fmla="*/ 2305443 h 2323145"/>
              <a:gd name="connsiteX254" fmla="*/ 376805 w 11269336"/>
              <a:gd name="connsiteY254" fmla="*/ 2307647 h 2323145"/>
              <a:gd name="connsiteX255" fmla="*/ 266777 w 11269336"/>
              <a:gd name="connsiteY255" fmla="*/ 2309012 h 2323145"/>
              <a:gd name="connsiteX256" fmla="*/ 156013 w 11269336"/>
              <a:gd name="connsiteY256" fmla="*/ 2306832 h 2323145"/>
              <a:gd name="connsiteX257" fmla="*/ 87258 w 11269336"/>
              <a:gd name="connsiteY257" fmla="*/ 2285511 h 2323145"/>
              <a:gd name="connsiteX258" fmla="*/ 23798 w 11269336"/>
              <a:gd name="connsiteY258" fmla="*/ 2281822 h 2323145"/>
              <a:gd name="connsiteX259" fmla="*/ 0 w 11269336"/>
              <a:gd name="connsiteY259" fmla="*/ 2285369 h 2323145"/>
              <a:gd name="connsiteX260" fmla="*/ 0 w 11269336"/>
              <a:gd name="connsiteY26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593061 w 11269336"/>
              <a:gd name="connsiteY141" fmla="*/ 2171597 h 2323145"/>
              <a:gd name="connsiteX142" fmla="*/ 4533444 w 11269336"/>
              <a:gd name="connsiteY142" fmla="*/ 2181200 h 2323145"/>
              <a:gd name="connsiteX143" fmla="*/ 4492832 w 11269336"/>
              <a:gd name="connsiteY143" fmla="*/ 2188033 h 2323145"/>
              <a:gd name="connsiteX144" fmla="*/ 4467257 w 11269336"/>
              <a:gd name="connsiteY144" fmla="*/ 2196121 h 2323145"/>
              <a:gd name="connsiteX145" fmla="*/ 4459937 w 11269336"/>
              <a:gd name="connsiteY145" fmla="*/ 2195182 h 2323145"/>
              <a:gd name="connsiteX146" fmla="*/ 4433312 w 11269336"/>
              <a:gd name="connsiteY146" fmla="*/ 2199004 h 2323145"/>
              <a:gd name="connsiteX147" fmla="*/ 4420601 w 11269336"/>
              <a:gd name="connsiteY147" fmla="*/ 2205158 h 2323145"/>
              <a:gd name="connsiteX148" fmla="*/ 4405765 w 11269336"/>
              <a:gd name="connsiteY148" fmla="*/ 2199902 h 2323145"/>
              <a:gd name="connsiteX149" fmla="*/ 4401354 w 11269336"/>
              <a:gd name="connsiteY149" fmla="*/ 2194745 h 2323145"/>
              <a:gd name="connsiteX150" fmla="*/ 4383151 w 11269336"/>
              <a:gd name="connsiteY150" fmla="*/ 2201140 h 2323145"/>
              <a:gd name="connsiteX151" fmla="*/ 4366646 w 11269336"/>
              <a:gd name="connsiteY151" fmla="*/ 2198564 h 2323145"/>
              <a:gd name="connsiteX152" fmla="*/ 4354009 w 11269336"/>
              <a:gd name="connsiteY152" fmla="*/ 2204984 h 2323145"/>
              <a:gd name="connsiteX153" fmla="*/ 4348284 w 11269336"/>
              <a:gd name="connsiteY153" fmla="*/ 2205270 h 2323145"/>
              <a:gd name="connsiteX154" fmla="*/ 4333906 w 11269336"/>
              <a:gd name="connsiteY154" fmla="*/ 2205251 h 2323145"/>
              <a:gd name="connsiteX155" fmla="*/ 4308819 w 11269336"/>
              <a:gd name="connsiteY155" fmla="*/ 2203822 h 2323145"/>
              <a:gd name="connsiteX156" fmla="*/ 4301210 w 11269336"/>
              <a:gd name="connsiteY156" fmla="*/ 2204456 h 2323145"/>
              <a:gd name="connsiteX157" fmla="*/ 4283095 w 11269336"/>
              <a:gd name="connsiteY157" fmla="*/ 2198177 h 2323145"/>
              <a:gd name="connsiteX158" fmla="*/ 4250119 w 11269336"/>
              <a:gd name="connsiteY158" fmla="*/ 2196342 h 2323145"/>
              <a:gd name="connsiteX159" fmla="*/ 4189203 w 11269336"/>
              <a:gd name="connsiteY159" fmla="*/ 2178994 h 2323145"/>
              <a:gd name="connsiteX160" fmla="*/ 4154035 w 11269336"/>
              <a:gd name="connsiteY160" fmla="*/ 2171950 h 2323145"/>
              <a:gd name="connsiteX161" fmla="*/ 4129569 w 11269336"/>
              <a:gd name="connsiteY161" fmla="*/ 2163850 h 2323145"/>
              <a:gd name="connsiteX162" fmla="*/ 4061250 w 11269336"/>
              <a:gd name="connsiteY162" fmla="*/ 2159236 h 2323145"/>
              <a:gd name="connsiteX163" fmla="*/ 3945480 w 11269336"/>
              <a:gd name="connsiteY163" fmla="*/ 2158279 h 2323145"/>
              <a:gd name="connsiteX164" fmla="*/ 3921468 w 11269336"/>
              <a:gd name="connsiteY164" fmla="*/ 2156588 h 2323145"/>
              <a:gd name="connsiteX165" fmla="*/ 3903348 w 11269336"/>
              <a:gd name="connsiteY165" fmla="*/ 2149220 h 2323145"/>
              <a:gd name="connsiteX166" fmla="*/ 3901342 w 11269336"/>
              <a:gd name="connsiteY166" fmla="*/ 2142355 h 2323145"/>
              <a:gd name="connsiteX167" fmla="*/ 3888539 w 11269336"/>
              <a:gd name="connsiteY167" fmla="*/ 2140476 h 2323145"/>
              <a:gd name="connsiteX168" fmla="*/ 3885662 w 11269336"/>
              <a:gd name="connsiteY168" fmla="*/ 2138740 h 2323145"/>
              <a:gd name="connsiteX169" fmla="*/ 3868627 w 11269336"/>
              <a:gd name="connsiteY169" fmla="*/ 2130023 h 2323145"/>
              <a:gd name="connsiteX170" fmla="*/ 3819177 w 11269336"/>
              <a:gd name="connsiteY170" fmla="*/ 2142111 h 2323145"/>
              <a:gd name="connsiteX171" fmla="*/ 3769100 w 11269336"/>
              <a:gd name="connsiteY171" fmla="*/ 2131731 h 2323145"/>
              <a:gd name="connsiteX172" fmla="*/ 3562752 w 11269336"/>
              <a:gd name="connsiteY172" fmla="*/ 2131785 h 2323145"/>
              <a:gd name="connsiteX173" fmla="*/ 3541402 w 11269336"/>
              <a:gd name="connsiteY173" fmla="*/ 2106821 h 2323145"/>
              <a:gd name="connsiteX174" fmla="*/ 3365341 w 11269336"/>
              <a:gd name="connsiteY174" fmla="*/ 2077638 h 2323145"/>
              <a:gd name="connsiteX175" fmla="*/ 3170922 w 11269336"/>
              <a:gd name="connsiteY175" fmla="*/ 2115957 h 2323145"/>
              <a:gd name="connsiteX176" fmla="*/ 3156256 w 11269336"/>
              <a:gd name="connsiteY176" fmla="*/ 2124773 h 2323145"/>
              <a:gd name="connsiteX177" fmla="*/ 3140298 w 11269336"/>
              <a:gd name="connsiteY177" fmla="*/ 2129182 h 2323145"/>
              <a:gd name="connsiteX178" fmla="*/ 3138514 w 11269336"/>
              <a:gd name="connsiteY178" fmla="*/ 2128069 h 2323145"/>
              <a:gd name="connsiteX179" fmla="*/ 3120467 w 11269336"/>
              <a:gd name="connsiteY179" fmla="*/ 2128281 h 2323145"/>
              <a:gd name="connsiteX180" fmla="*/ 3116175 w 11269336"/>
              <a:gd name="connsiteY180" fmla="*/ 2131633 h 2323145"/>
              <a:gd name="connsiteX181" fmla="*/ 3103685 w 11269336"/>
              <a:gd name="connsiteY181" fmla="*/ 2132814 h 2323145"/>
              <a:gd name="connsiteX182" fmla="*/ 3078794 w 11269336"/>
              <a:gd name="connsiteY182" fmla="*/ 2137935 h 2323145"/>
              <a:gd name="connsiteX183" fmla="*/ 3074407 w 11269336"/>
              <a:gd name="connsiteY183" fmla="*/ 2136274 h 2323145"/>
              <a:gd name="connsiteX184" fmla="*/ 3037285 w 11269336"/>
              <a:gd name="connsiteY184" fmla="*/ 2139919 h 2323145"/>
              <a:gd name="connsiteX185" fmla="*/ 3036901 w 11269336"/>
              <a:gd name="connsiteY185" fmla="*/ 2138726 h 2323145"/>
              <a:gd name="connsiteX186" fmla="*/ 3026996 w 11269336"/>
              <a:gd name="connsiteY186" fmla="*/ 2134322 h 2323145"/>
              <a:gd name="connsiteX187" fmla="*/ 3007772 w 11269336"/>
              <a:gd name="connsiteY187" fmla="*/ 2128742 h 2323145"/>
              <a:gd name="connsiteX188" fmla="*/ 2965030 w 11269336"/>
              <a:gd name="connsiteY188" fmla="*/ 2100494 h 2323145"/>
              <a:gd name="connsiteX189" fmla="*/ 2926342 w 11269336"/>
              <a:gd name="connsiteY189" fmla="*/ 2104155 h 2323145"/>
              <a:gd name="connsiteX190" fmla="*/ 2918608 w 11269336"/>
              <a:gd name="connsiteY190" fmla="*/ 2104215 h 2323145"/>
              <a:gd name="connsiteX191" fmla="*/ 2918475 w 11269336"/>
              <a:gd name="connsiteY191" fmla="*/ 2103937 h 2323145"/>
              <a:gd name="connsiteX192" fmla="*/ 2910360 w 11269336"/>
              <a:gd name="connsiteY192" fmla="*/ 2103444 h 2323145"/>
              <a:gd name="connsiteX193" fmla="*/ 2904507 w 11269336"/>
              <a:gd name="connsiteY193" fmla="*/ 2104326 h 2323145"/>
              <a:gd name="connsiteX194" fmla="*/ 2889503 w 11269336"/>
              <a:gd name="connsiteY194" fmla="*/ 2104443 h 2323145"/>
              <a:gd name="connsiteX195" fmla="*/ 2884480 w 11269336"/>
              <a:gd name="connsiteY195" fmla="*/ 2102626 h 2323145"/>
              <a:gd name="connsiteX196" fmla="*/ 2882689 w 11269336"/>
              <a:gd name="connsiteY196" fmla="*/ 2099228 h 2323145"/>
              <a:gd name="connsiteX197" fmla="*/ 2881291 w 11269336"/>
              <a:gd name="connsiteY197" fmla="*/ 2099618 h 2323145"/>
              <a:gd name="connsiteX198" fmla="*/ 2853979 w 11269336"/>
              <a:gd name="connsiteY198" fmla="*/ 2090388 h 2323145"/>
              <a:gd name="connsiteX199" fmla="*/ 2791790 w 11269336"/>
              <a:gd name="connsiteY199" fmla="*/ 2080332 h 2323145"/>
              <a:gd name="connsiteX200" fmla="*/ 2755844 w 11269336"/>
              <a:gd name="connsiteY200" fmla="*/ 2078874 h 2323145"/>
              <a:gd name="connsiteX201" fmla="*/ 2657742 w 11269336"/>
              <a:gd name="connsiteY201" fmla="*/ 2070179 h 2323145"/>
              <a:gd name="connsiteX202" fmla="*/ 2559549 w 11269336"/>
              <a:gd name="connsiteY202" fmla="*/ 2057873 h 2323145"/>
              <a:gd name="connsiteX203" fmla="*/ 2512054 w 11269336"/>
              <a:gd name="connsiteY203" fmla="*/ 2031671 h 2323145"/>
              <a:gd name="connsiteX204" fmla="*/ 2506437 w 11269336"/>
              <a:gd name="connsiteY204" fmla="*/ 2030918 h 2323145"/>
              <a:gd name="connsiteX205" fmla="*/ 2491752 w 11269336"/>
              <a:gd name="connsiteY205" fmla="*/ 2033906 h 2323145"/>
              <a:gd name="connsiteX206" fmla="*/ 2486338 w 11269336"/>
              <a:gd name="connsiteY206" fmla="*/ 2035862 h 2323145"/>
              <a:gd name="connsiteX207" fmla="*/ 2478186 w 11269336"/>
              <a:gd name="connsiteY207" fmla="*/ 2036953 h 2323145"/>
              <a:gd name="connsiteX208" fmla="*/ 2477950 w 11269336"/>
              <a:gd name="connsiteY208" fmla="*/ 2036715 h 2323145"/>
              <a:gd name="connsiteX209" fmla="*/ 2470381 w 11269336"/>
              <a:gd name="connsiteY209" fmla="*/ 2038256 h 2323145"/>
              <a:gd name="connsiteX210" fmla="*/ 2433781 w 11269336"/>
              <a:gd name="connsiteY210" fmla="*/ 2049140 h 2323145"/>
              <a:gd name="connsiteX211" fmla="*/ 2381172 w 11269336"/>
              <a:gd name="connsiteY211" fmla="*/ 2030645 h 2323145"/>
              <a:gd name="connsiteX212" fmla="*/ 2360198 w 11269336"/>
              <a:gd name="connsiteY212" fmla="*/ 2029059 h 2323145"/>
              <a:gd name="connsiteX213" fmla="*/ 2348815 w 11269336"/>
              <a:gd name="connsiteY213" fmla="*/ 2026798 h 2323145"/>
              <a:gd name="connsiteX214" fmla="*/ 2347988 w 11269336"/>
              <a:gd name="connsiteY214" fmla="*/ 2025745 h 2323145"/>
              <a:gd name="connsiteX215" fmla="*/ 2312920 w 11269336"/>
              <a:gd name="connsiteY215" fmla="*/ 2036311 h 2323145"/>
              <a:gd name="connsiteX216" fmla="*/ 2307986 w 11269336"/>
              <a:gd name="connsiteY216" fmla="*/ 2035583 h 2323145"/>
              <a:gd name="connsiteX217" fmla="*/ 2285481 w 11269336"/>
              <a:gd name="connsiteY217" fmla="*/ 2045197 h 2323145"/>
              <a:gd name="connsiteX218" fmla="*/ 2273666 w 11269336"/>
              <a:gd name="connsiteY218" fmla="*/ 2048710 h 2323145"/>
              <a:gd name="connsiteX219" fmla="*/ 2270719 w 11269336"/>
              <a:gd name="connsiteY219" fmla="*/ 2052702 h 2323145"/>
              <a:gd name="connsiteX220" fmla="*/ 2253080 w 11269336"/>
              <a:gd name="connsiteY220" fmla="*/ 2056363 h 2323145"/>
              <a:gd name="connsiteX221" fmla="*/ 2250906 w 11269336"/>
              <a:gd name="connsiteY221" fmla="*/ 2055654 h 2323145"/>
              <a:gd name="connsiteX222" fmla="*/ 2236905 w 11269336"/>
              <a:gd name="connsiteY222" fmla="*/ 2062882 h 2323145"/>
              <a:gd name="connsiteX223" fmla="*/ 2225830 w 11269336"/>
              <a:gd name="connsiteY223" fmla="*/ 2074027 h 2323145"/>
              <a:gd name="connsiteX224" fmla="*/ 2073776 w 11269336"/>
              <a:gd name="connsiteY224" fmla="*/ 2089244 h 2323145"/>
              <a:gd name="connsiteX225" fmla="*/ 1948256 w 11269336"/>
              <a:gd name="connsiteY225" fmla="*/ 2146616 h 2323145"/>
              <a:gd name="connsiteX226" fmla="*/ 1865582 w 11269336"/>
              <a:gd name="connsiteY226" fmla="*/ 2153738 h 2323145"/>
              <a:gd name="connsiteX227" fmla="*/ 1835210 w 11269336"/>
              <a:gd name="connsiteY227" fmla="*/ 2134244 h 2323145"/>
              <a:gd name="connsiteX228" fmla="*/ 1632661 w 11269336"/>
              <a:gd name="connsiteY228" fmla="*/ 2173882 h 2323145"/>
              <a:gd name="connsiteX229" fmla="*/ 1579590 w 11269336"/>
              <a:gd name="connsiteY229" fmla="*/ 2173680 h 2323145"/>
              <a:gd name="connsiteX230" fmla="*/ 1535601 w 11269336"/>
              <a:gd name="connsiteY230" fmla="*/ 2194590 h 2323145"/>
              <a:gd name="connsiteX231" fmla="*/ 1515594 w 11269336"/>
              <a:gd name="connsiteY231" fmla="*/ 2189622 h 2323145"/>
              <a:gd name="connsiteX232" fmla="*/ 1512113 w 11269336"/>
              <a:gd name="connsiteY232" fmla="*/ 2188534 h 2323145"/>
              <a:gd name="connsiteX233" fmla="*/ 1498838 w 11269336"/>
              <a:gd name="connsiteY233" fmla="*/ 2189213 h 2323145"/>
              <a:gd name="connsiteX234" fmla="*/ 1494279 w 11269336"/>
              <a:gd name="connsiteY234" fmla="*/ 2183112 h 2323145"/>
              <a:gd name="connsiteX235" fmla="*/ 1473714 w 11269336"/>
              <a:gd name="connsiteY235" fmla="*/ 2179625 h 2323145"/>
              <a:gd name="connsiteX236" fmla="*/ 1449503 w 11269336"/>
              <a:gd name="connsiteY236" fmla="*/ 2182633 h 2323145"/>
              <a:gd name="connsiteX237" fmla="*/ 1266687 w 11269336"/>
              <a:gd name="connsiteY237" fmla="*/ 2212688 h 2323145"/>
              <a:gd name="connsiteX238" fmla="*/ 1239614 w 11269336"/>
              <a:gd name="connsiteY238" fmla="*/ 2209727 h 2323145"/>
              <a:gd name="connsiteX239" fmla="*/ 1202436 w 11269336"/>
              <a:gd name="connsiteY239" fmla="*/ 2209817 h 2323145"/>
              <a:gd name="connsiteX240" fmla="*/ 1136097 w 11269336"/>
              <a:gd name="connsiteY240" fmla="*/ 2205112 h 2323145"/>
              <a:gd name="connsiteX241" fmla="*/ 988232 w 11269336"/>
              <a:gd name="connsiteY241" fmla="*/ 2235635 h 2323145"/>
              <a:gd name="connsiteX242" fmla="*/ 981959 w 11269336"/>
              <a:gd name="connsiteY242" fmla="*/ 2231607 h 2323145"/>
              <a:gd name="connsiteX243" fmla="*/ 938600 w 11269336"/>
              <a:gd name="connsiteY243" fmla="*/ 2238113 h 2323145"/>
              <a:gd name="connsiteX244" fmla="*/ 791788 w 11269336"/>
              <a:gd name="connsiteY244" fmla="*/ 2293224 h 2323145"/>
              <a:gd name="connsiteX245" fmla="*/ 706914 w 11269336"/>
              <a:gd name="connsiteY245" fmla="*/ 2305046 h 2323145"/>
              <a:gd name="connsiteX246" fmla="*/ 675971 w 11269336"/>
              <a:gd name="connsiteY246" fmla="*/ 2304030 h 2323145"/>
              <a:gd name="connsiteX247" fmla="*/ 624180 w 11269336"/>
              <a:gd name="connsiteY247" fmla="*/ 2302650 h 2323145"/>
              <a:gd name="connsiteX248" fmla="*/ 583453 w 11269336"/>
              <a:gd name="connsiteY248" fmla="*/ 2288788 h 2323145"/>
              <a:gd name="connsiteX249" fmla="*/ 540946 w 11269336"/>
              <a:gd name="connsiteY249" fmla="*/ 2292721 h 2323145"/>
              <a:gd name="connsiteX250" fmla="*/ 533680 w 11269336"/>
              <a:gd name="connsiteY250" fmla="*/ 2310233 h 2323145"/>
              <a:gd name="connsiteX251" fmla="*/ 487366 w 11269336"/>
              <a:gd name="connsiteY251" fmla="*/ 2309053 h 2323145"/>
              <a:gd name="connsiteX252" fmla="*/ 416820 w 11269336"/>
              <a:gd name="connsiteY252" fmla="*/ 2305443 h 2323145"/>
              <a:gd name="connsiteX253" fmla="*/ 376805 w 11269336"/>
              <a:gd name="connsiteY253" fmla="*/ 2307647 h 2323145"/>
              <a:gd name="connsiteX254" fmla="*/ 266777 w 11269336"/>
              <a:gd name="connsiteY254" fmla="*/ 2309012 h 2323145"/>
              <a:gd name="connsiteX255" fmla="*/ 156013 w 11269336"/>
              <a:gd name="connsiteY255" fmla="*/ 2306832 h 2323145"/>
              <a:gd name="connsiteX256" fmla="*/ 87258 w 11269336"/>
              <a:gd name="connsiteY256" fmla="*/ 2285511 h 2323145"/>
              <a:gd name="connsiteX257" fmla="*/ 23798 w 11269336"/>
              <a:gd name="connsiteY257" fmla="*/ 2281822 h 2323145"/>
              <a:gd name="connsiteX258" fmla="*/ 0 w 11269336"/>
              <a:gd name="connsiteY258" fmla="*/ 2285369 h 2323145"/>
              <a:gd name="connsiteX259" fmla="*/ 0 w 11269336"/>
              <a:gd name="connsiteY25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83151 w 11269336"/>
              <a:gd name="connsiteY149" fmla="*/ 2201140 h 2323145"/>
              <a:gd name="connsiteX150" fmla="*/ 4366646 w 11269336"/>
              <a:gd name="connsiteY150" fmla="*/ 2198564 h 2323145"/>
              <a:gd name="connsiteX151" fmla="*/ 4354009 w 11269336"/>
              <a:gd name="connsiteY151" fmla="*/ 2204984 h 2323145"/>
              <a:gd name="connsiteX152" fmla="*/ 4348284 w 11269336"/>
              <a:gd name="connsiteY152" fmla="*/ 2205270 h 2323145"/>
              <a:gd name="connsiteX153" fmla="*/ 4333906 w 11269336"/>
              <a:gd name="connsiteY153" fmla="*/ 2205251 h 2323145"/>
              <a:gd name="connsiteX154" fmla="*/ 4308819 w 11269336"/>
              <a:gd name="connsiteY154" fmla="*/ 2203822 h 2323145"/>
              <a:gd name="connsiteX155" fmla="*/ 4301210 w 11269336"/>
              <a:gd name="connsiteY155" fmla="*/ 2204456 h 2323145"/>
              <a:gd name="connsiteX156" fmla="*/ 4283095 w 11269336"/>
              <a:gd name="connsiteY156" fmla="*/ 2198177 h 2323145"/>
              <a:gd name="connsiteX157" fmla="*/ 4250119 w 11269336"/>
              <a:gd name="connsiteY157" fmla="*/ 2196342 h 2323145"/>
              <a:gd name="connsiteX158" fmla="*/ 4189203 w 11269336"/>
              <a:gd name="connsiteY158" fmla="*/ 2178994 h 2323145"/>
              <a:gd name="connsiteX159" fmla="*/ 4154035 w 11269336"/>
              <a:gd name="connsiteY159" fmla="*/ 2171950 h 2323145"/>
              <a:gd name="connsiteX160" fmla="*/ 4129569 w 11269336"/>
              <a:gd name="connsiteY160" fmla="*/ 2163850 h 2323145"/>
              <a:gd name="connsiteX161" fmla="*/ 4061250 w 11269336"/>
              <a:gd name="connsiteY161" fmla="*/ 2159236 h 2323145"/>
              <a:gd name="connsiteX162" fmla="*/ 3945480 w 11269336"/>
              <a:gd name="connsiteY162" fmla="*/ 2158279 h 2323145"/>
              <a:gd name="connsiteX163" fmla="*/ 3921468 w 11269336"/>
              <a:gd name="connsiteY163" fmla="*/ 2156588 h 2323145"/>
              <a:gd name="connsiteX164" fmla="*/ 3903348 w 11269336"/>
              <a:gd name="connsiteY164" fmla="*/ 2149220 h 2323145"/>
              <a:gd name="connsiteX165" fmla="*/ 3901342 w 11269336"/>
              <a:gd name="connsiteY165" fmla="*/ 2142355 h 2323145"/>
              <a:gd name="connsiteX166" fmla="*/ 3888539 w 11269336"/>
              <a:gd name="connsiteY166" fmla="*/ 2140476 h 2323145"/>
              <a:gd name="connsiteX167" fmla="*/ 3885662 w 11269336"/>
              <a:gd name="connsiteY167" fmla="*/ 2138740 h 2323145"/>
              <a:gd name="connsiteX168" fmla="*/ 3868627 w 11269336"/>
              <a:gd name="connsiteY168" fmla="*/ 2130023 h 2323145"/>
              <a:gd name="connsiteX169" fmla="*/ 3819177 w 11269336"/>
              <a:gd name="connsiteY169" fmla="*/ 2142111 h 2323145"/>
              <a:gd name="connsiteX170" fmla="*/ 3769100 w 11269336"/>
              <a:gd name="connsiteY170" fmla="*/ 2131731 h 2323145"/>
              <a:gd name="connsiteX171" fmla="*/ 3562752 w 11269336"/>
              <a:gd name="connsiteY171" fmla="*/ 2131785 h 2323145"/>
              <a:gd name="connsiteX172" fmla="*/ 3541402 w 11269336"/>
              <a:gd name="connsiteY172" fmla="*/ 2106821 h 2323145"/>
              <a:gd name="connsiteX173" fmla="*/ 3365341 w 11269336"/>
              <a:gd name="connsiteY173" fmla="*/ 2077638 h 2323145"/>
              <a:gd name="connsiteX174" fmla="*/ 3170922 w 11269336"/>
              <a:gd name="connsiteY174" fmla="*/ 2115957 h 2323145"/>
              <a:gd name="connsiteX175" fmla="*/ 3156256 w 11269336"/>
              <a:gd name="connsiteY175" fmla="*/ 2124773 h 2323145"/>
              <a:gd name="connsiteX176" fmla="*/ 3140298 w 11269336"/>
              <a:gd name="connsiteY176" fmla="*/ 2129182 h 2323145"/>
              <a:gd name="connsiteX177" fmla="*/ 3138514 w 11269336"/>
              <a:gd name="connsiteY177" fmla="*/ 2128069 h 2323145"/>
              <a:gd name="connsiteX178" fmla="*/ 3120467 w 11269336"/>
              <a:gd name="connsiteY178" fmla="*/ 2128281 h 2323145"/>
              <a:gd name="connsiteX179" fmla="*/ 3116175 w 11269336"/>
              <a:gd name="connsiteY179" fmla="*/ 2131633 h 2323145"/>
              <a:gd name="connsiteX180" fmla="*/ 3103685 w 11269336"/>
              <a:gd name="connsiteY180" fmla="*/ 2132814 h 2323145"/>
              <a:gd name="connsiteX181" fmla="*/ 3078794 w 11269336"/>
              <a:gd name="connsiteY181" fmla="*/ 2137935 h 2323145"/>
              <a:gd name="connsiteX182" fmla="*/ 3074407 w 11269336"/>
              <a:gd name="connsiteY182" fmla="*/ 2136274 h 2323145"/>
              <a:gd name="connsiteX183" fmla="*/ 3037285 w 11269336"/>
              <a:gd name="connsiteY183" fmla="*/ 2139919 h 2323145"/>
              <a:gd name="connsiteX184" fmla="*/ 3036901 w 11269336"/>
              <a:gd name="connsiteY184" fmla="*/ 2138726 h 2323145"/>
              <a:gd name="connsiteX185" fmla="*/ 3026996 w 11269336"/>
              <a:gd name="connsiteY185" fmla="*/ 2134322 h 2323145"/>
              <a:gd name="connsiteX186" fmla="*/ 3007772 w 11269336"/>
              <a:gd name="connsiteY186" fmla="*/ 2128742 h 2323145"/>
              <a:gd name="connsiteX187" fmla="*/ 2965030 w 11269336"/>
              <a:gd name="connsiteY187" fmla="*/ 2100494 h 2323145"/>
              <a:gd name="connsiteX188" fmla="*/ 2926342 w 11269336"/>
              <a:gd name="connsiteY188" fmla="*/ 2104155 h 2323145"/>
              <a:gd name="connsiteX189" fmla="*/ 2918608 w 11269336"/>
              <a:gd name="connsiteY189" fmla="*/ 2104215 h 2323145"/>
              <a:gd name="connsiteX190" fmla="*/ 2918475 w 11269336"/>
              <a:gd name="connsiteY190" fmla="*/ 2103937 h 2323145"/>
              <a:gd name="connsiteX191" fmla="*/ 2910360 w 11269336"/>
              <a:gd name="connsiteY191" fmla="*/ 2103444 h 2323145"/>
              <a:gd name="connsiteX192" fmla="*/ 2904507 w 11269336"/>
              <a:gd name="connsiteY192" fmla="*/ 2104326 h 2323145"/>
              <a:gd name="connsiteX193" fmla="*/ 2889503 w 11269336"/>
              <a:gd name="connsiteY193" fmla="*/ 2104443 h 2323145"/>
              <a:gd name="connsiteX194" fmla="*/ 2884480 w 11269336"/>
              <a:gd name="connsiteY194" fmla="*/ 2102626 h 2323145"/>
              <a:gd name="connsiteX195" fmla="*/ 2882689 w 11269336"/>
              <a:gd name="connsiteY195" fmla="*/ 2099228 h 2323145"/>
              <a:gd name="connsiteX196" fmla="*/ 2881291 w 11269336"/>
              <a:gd name="connsiteY196" fmla="*/ 2099618 h 2323145"/>
              <a:gd name="connsiteX197" fmla="*/ 2853979 w 11269336"/>
              <a:gd name="connsiteY197" fmla="*/ 2090388 h 2323145"/>
              <a:gd name="connsiteX198" fmla="*/ 2791790 w 11269336"/>
              <a:gd name="connsiteY198" fmla="*/ 2080332 h 2323145"/>
              <a:gd name="connsiteX199" fmla="*/ 2755844 w 11269336"/>
              <a:gd name="connsiteY199" fmla="*/ 2078874 h 2323145"/>
              <a:gd name="connsiteX200" fmla="*/ 2657742 w 11269336"/>
              <a:gd name="connsiteY200" fmla="*/ 2070179 h 2323145"/>
              <a:gd name="connsiteX201" fmla="*/ 2559549 w 11269336"/>
              <a:gd name="connsiteY201" fmla="*/ 2057873 h 2323145"/>
              <a:gd name="connsiteX202" fmla="*/ 2512054 w 11269336"/>
              <a:gd name="connsiteY202" fmla="*/ 2031671 h 2323145"/>
              <a:gd name="connsiteX203" fmla="*/ 2506437 w 11269336"/>
              <a:gd name="connsiteY203" fmla="*/ 2030918 h 2323145"/>
              <a:gd name="connsiteX204" fmla="*/ 2491752 w 11269336"/>
              <a:gd name="connsiteY204" fmla="*/ 2033906 h 2323145"/>
              <a:gd name="connsiteX205" fmla="*/ 2486338 w 11269336"/>
              <a:gd name="connsiteY205" fmla="*/ 2035862 h 2323145"/>
              <a:gd name="connsiteX206" fmla="*/ 2478186 w 11269336"/>
              <a:gd name="connsiteY206" fmla="*/ 2036953 h 2323145"/>
              <a:gd name="connsiteX207" fmla="*/ 2477950 w 11269336"/>
              <a:gd name="connsiteY207" fmla="*/ 2036715 h 2323145"/>
              <a:gd name="connsiteX208" fmla="*/ 2470381 w 11269336"/>
              <a:gd name="connsiteY208" fmla="*/ 2038256 h 2323145"/>
              <a:gd name="connsiteX209" fmla="*/ 2433781 w 11269336"/>
              <a:gd name="connsiteY209" fmla="*/ 2049140 h 2323145"/>
              <a:gd name="connsiteX210" fmla="*/ 2381172 w 11269336"/>
              <a:gd name="connsiteY210" fmla="*/ 2030645 h 2323145"/>
              <a:gd name="connsiteX211" fmla="*/ 2360198 w 11269336"/>
              <a:gd name="connsiteY211" fmla="*/ 2029059 h 2323145"/>
              <a:gd name="connsiteX212" fmla="*/ 2348815 w 11269336"/>
              <a:gd name="connsiteY212" fmla="*/ 2026798 h 2323145"/>
              <a:gd name="connsiteX213" fmla="*/ 2347988 w 11269336"/>
              <a:gd name="connsiteY213" fmla="*/ 2025745 h 2323145"/>
              <a:gd name="connsiteX214" fmla="*/ 2312920 w 11269336"/>
              <a:gd name="connsiteY214" fmla="*/ 2036311 h 2323145"/>
              <a:gd name="connsiteX215" fmla="*/ 2307986 w 11269336"/>
              <a:gd name="connsiteY215" fmla="*/ 2035583 h 2323145"/>
              <a:gd name="connsiteX216" fmla="*/ 2285481 w 11269336"/>
              <a:gd name="connsiteY216" fmla="*/ 2045197 h 2323145"/>
              <a:gd name="connsiteX217" fmla="*/ 2273666 w 11269336"/>
              <a:gd name="connsiteY217" fmla="*/ 2048710 h 2323145"/>
              <a:gd name="connsiteX218" fmla="*/ 2270719 w 11269336"/>
              <a:gd name="connsiteY218" fmla="*/ 2052702 h 2323145"/>
              <a:gd name="connsiteX219" fmla="*/ 2253080 w 11269336"/>
              <a:gd name="connsiteY219" fmla="*/ 2056363 h 2323145"/>
              <a:gd name="connsiteX220" fmla="*/ 2250906 w 11269336"/>
              <a:gd name="connsiteY220" fmla="*/ 2055654 h 2323145"/>
              <a:gd name="connsiteX221" fmla="*/ 2236905 w 11269336"/>
              <a:gd name="connsiteY221" fmla="*/ 2062882 h 2323145"/>
              <a:gd name="connsiteX222" fmla="*/ 2225830 w 11269336"/>
              <a:gd name="connsiteY222" fmla="*/ 2074027 h 2323145"/>
              <a:gd name="connsiteX223" fmla="*/ 2073776 w 11269336"/>
              <a:gd name="connsiteY223" fmla="*/ 2089244 h 2323145"/>
              <a:gd name="connsiteX224" fmla="*/ 1948256 w 11269336"/>
              <a:gd name="connsiteY224" fmla="*/ 2146616 h 2323145"/>
              <a:gd name="connsiteX225" fmla="*/ 1865582 w 11269336"/>
              <a:gd name="connsiteY225" fmla="*/ 2153738 h 2323145"/>
              <a:gd name="connsiteX226" fmla="*/ 1835210 w 11269336"/>
              <a:gd name="connsiteY226" fmla="*/ 2134244 h 2323145"/>
              <a:gd name="connsiteX227" fmla="*/ 1632661 w 11269336"/>
              <a:gd name="connsiteY227" fmla="*/ 2173882 h 2323145"/>
              <a:gd name="connsiteX228" fmla="*/ 1579590 w 11269336"/>
              <a:gd name="connsiteY228" fmla="*/ 2173680 h 2323145"/>
              <a:gd name="connsiteX229" fmla="*/ 1535601 w 11269336"/>
              <a:gd name="connsiteY229" fmla="*/ 2194590 h 2323145"/>
              <a:gd name="connsiteX230" fmla="*/ 1515594 w 11269336"/>
              <a:gd name="connsiteY230" fmla="*/ 2189622 h 2323145"/>
              <a:gd name="connsiteX231" fmla="*/ 1512113 w 11269336"/>
              <a:gd name="connsiteY231" fmla="*/ 2188534 h 2323145"/>
              <a:gd name="connsiteX232" fmla="*/ 1498838 w 11269336"/>
              <a:gd name="connsiteY232" fmla="*/ 2189213 h 2323145"/>
              <a:gd name="connsiteX233" fmla="*/ 1494279 w 11269336"/>
              <a:gd name="connsiteY233" fmla="*/ 2183112 h 2323145"/>
              <a:gd name="connsiteX234" fmla="*/ 1473714 w 11269336"/>
              <a:gd name="connsiteY234" fmla="*/ 2179625 h 2323145"/>
              <a:gd name="connsiteX235" fmla="*/ 1449503 w 11269336"/>
              <a:gd name="connsiteY235" fmla="*/ 2182633 h 2323145"/>
              <a:gd name="connsiteX236" fmla="*/ 1266687 w 11269336"/>
              <a:gd name="connsiteY236" fmla="*/ 2212688 h 2323145"/>
              <a:gd name="connsiteX237" fmla="*/ 1239614 w 11269336"/>
              <a:gd name="connsiteY237" fmla="*/ 2209727 h 2323145"/>
              <a:gd name="connsiteX238" fmla="*/ 1202436 w 11269336"/>
              <a:gd name="connsiteY238" fmla="*/ 2209817 h 2323145"/>
              <a:gd name="connsiteX239" fmla="*/ 1136097 w 11269336"/>
              <a:gd name="connsiteY239" fmla="*/ 2205112 h 2323145"/>
              <a:gd name="connsiteX240" fmla="*/ 988232 w 11269336"/>
              <a:gd name="connsiteY240" fmla="*/ 2235635 h 2323145"/>
              <a:gd name="connsiteX241" fmla="*/ 981959 w 11269336"/>
              <a:gd name="connsiteY241" fmla="*/ 2231607 h 2323145"/>
              <a:gd name="connsiteX242" fmla="*/ 938600 w 11269336"/>
              <a:gd name="connsiteY242" fmla="*/ 2238113 h 2323145"/>
              <a:gd name="connsiteX243" fmla="*/ 791788 w 11269336"/>
              <a:gd name="connsiteY243" fmla="*/ 2293224 h 2323145"/>
              <a:gd name="connsiteX244" fmla="*/ 706914 w 11269336"/>
              <a:gd name="connsiteY244" fmla="*/ 2305046 h 2323145"/>
              <a:gd name="connsiteX245" fmla="*/ 675971 w 11269336"/>
              <a:gd name="connsiteY245" fmla="*/ 2304030 h 2323145"/>
              <a:gd name="connsiteX246" fmla="*/ 624180 w 11269336"/>
              <a:gd name="connsiteY246" fmla="*/ 2302650 h 2323145"/>
              <a:gd name="connsiteX247" fmla="*/ 583453 w 11269336"/>
              <a:gd name="connsiteY247" fmla="*/ 2288788 h 2323145"/>
              <a:gd name="connsiteX248" fmla="*/ 540946 w 11269336"/>
              <a:gd name="connsiteY248" fmla="*/ 2292721 h 2323145"/>
              <a:gd name="connsiteX249" fmla="*/ 533680 w 11269336"/>
              <a:gd name="connsiteY249" fmla="*/ 2310233 h 2323145"/>
              <a:gd name="connsiteX250" fmla="*/ 487366 w 11269336"/>
              <a:gd name="connsiteY250" fmla="*/ 2309053 h 2323145"/>
              <a:gd name="connsiteX251" fmla="*/ 416820 w 11269336"/>
              <a:gd name="connsiteY251" fmla="*/ 2305443 h 2323145"/>
              <a:gd name="connsiteX252" fmla="*/ 376805 w 11269336"/>
              <a:gd name="connsiteY252" fmla="*/ 2307647 h 2323145"/>
              <a:gd name="connsiteX253" fmla="*/ 266777 w 11269336"/>
              <a:gd name="connsiteY253" fmla="*/ 2309012 h 2323145"/>
              <a:gd name="connsiteX254" fmla="*/ 156013 w 11269336"/>
              <a:gd name="connsiteY254" fmla="*/ 2306832 h 2323145"/>
              <a:gd name="connsiteX255" fmla="*/ 87258 w 11269336"/>
              <a:gd name="connsiteY255" fmla="*/ 2285511 h 2323145"/>
              <a:gd name="connsiteX256" fmla="*/ 23798 w 11269336"/>
              <a:gd name="connsiteY256" fmla="*/ 2281822 h 2323145"/>
              <a:gd name="connsiteX257" fmla="*/ 0 w 11269336"/>
              <a:gd name="connsiteY257" fmla="*/ 2285369 h 2323145"/>
              <a:gd name="connsiteX258" fmla="*/ 0 w 11269336"/>
              <a:gd name="connsiteY25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66646 w 11269336"/>
              <a:gd name="connsiteY149" fmla="*/ 2198564 h 2323145"/>
              <a:gd name="connsiteX150" fmla="*/ 4354009 w 11269336"/>
              <a:gd name="connsiteY150" fmla="*/ 2204984 h 2323145"/>
              <a:gd name="connsiteX151" fmla="*/ 4348284 w 11269336"/>
              <a:gd name="connsiteY151" fmla="*/ 2205270 h 2323145"/>
              <a:gd name="connsiteX152" fmla="*/ 4333906 w 11269336"/>
              <a:gd name="connsiteY152" fmla="*/ 2205251 h 2323145"/>
              <a:gd name="connsiteX153" fmla="*/ 4308819 w 11269336"/>
              <a:gd name="connsiteY153" fmla="*/ 2203822 h 2323145"/>
              <a:gd name="connsiteX154" fmla="*/ 4301210 w 11269336"/>
              <a:gd name="connsiteY154" fmla="*/ 2204456 h 2323145"/>
              <a:gd name="connsiteX155" fmla="*/ 4283095 w 11269336"/>
              <a:gd name="connsiteY155" fmla="*/ 2198177 h 2323145"/>
              <a:gd name="connsiteX156" fmla="*/ 4250119 w 11269336"/>
              <a:gd name="connsiteY156" fmla="*/ 2196342 h 2323145"/>
              <a:gd name="connsiteX157" fmla="*/ 4189203 w 11269336"/>
              <a:gd name="connsiteY157" fmla="*/ 2178994 h 2323145"/>
              <a:gd name="connsiteX158" fmla="*/ 4154035 w 11269336"/>
              <a:gd name="connsiteY158" fmla="*/ 2171950 h 2323145"/>
              <a:gd name="connsiteX159" fmla="*/ 4129569 w 11269336"/>
              <a:gd name="connsiteY159" fmla="*/ 2163850 h 2323145"/>
              <a:gd name="connsiteX160" fmla="*/ 4061250 w 11269336"/>
              <a:gd name="connsiteY160" fmla="*/ 2159236 h 2323145"/>
              <a:gd name="connsiteX161" fmla="*/ 3945480 w 11269336"/>
              <a:gd name="connsiteY161" fmla="*/ 2158279 h 2323145"/>
              <a:gd name="connsiteX162" fmla="*/ 3921468 w 11269336"/>
              <a:gd name="connsiteY162" fmla="*/ 2156588 h 2323145"/>
              <a:gd name="connsiteX163" fmla="*/ 3903348 w 11269336"/>
              <a:gd name="connsiteY163" fmla="*/ 2149220 h 2323145"/>
              <a:gd name="connsiteX164" fmla="*/ 3901342 w 11269336"/>
              <a:gd name="connsiteY164" fmla="*/ 2142355 h 2323145"/>
              <a:gd name="connsiteX165" fmla="*/ 3888539 w 11269336"/>
              <a:gd name="connsiteY165" fmla="*/ 2140476 h 2323145"/>
              <a:gd name="connsiteX166" fmla="*/ 3885662 w 11269336"/>
              <a:gd name="connsiteY166" fmla="*/ 2138740 h 2323145"/>
              <a:gd name="connsiteX167" fmla="*/ 3868627 w 11269336"/>
              <a:gd name="connsiteY167" fmla="*/ 2130023 h 2323145"/>
              <a:gd name="connsiteX168" fmla="*/ 3819177 w 11269336"/>
              <a:gd name="connsiteY168" fmla="*/ 2142111 h 2323145"/>
              <a:gd name="connsiteX169" fmla="*/ 3769100 w 11269336"/>
              <a:gd name="connsiteY169" fmla="*/ 2131731 h 2323145"/>
              <a:gd name="connsiteX170" fmla="*/ 3562752 w 11269336"/>
              <a:gd name="connsiteY170" fmla="*/ 2131785 h 2323145"/>
              <a:gd name="connsiteX171" fmla="*/ 3541402 w 11269336"/>
              <a:gd name="connsiteY171" fmla="*/ 2106821 h 2323145"/>
              <a:gd name="connsiteX172" fmla="*/ 3365341 w 11269336"/>
              <a:gd name="connsiteY172" fmla="*/ 2077638 h 2323145"/>
              <a:gd name="connsiteX173" fmla="*/ 3170922 w 11269336"/>
              <a:gd name="connsiteY173" fmla="*/ 2115957 h 2323145"/>
              <a:gd name="connsiteX174" fmla="*/ 3156256 w 11269336"/>
              <a:gd name="connsiteY174" fmla="*/ 2124773 h 2323145"/>
              <a:gd name="connsiteX175" fmla="*/ 3140298 w 11269336"/>
              <a:gd name="connsiteY175" fmla="*/ 2129182 h 2323145"/>
              <a:gd name="connsiteX176" fmla="*/ 3138514 w 11269336"/>
              <a:gd name="connsiteY176" fmla="*/ 2128069 h 2323145"/>
              <a:gd name="connsiteX177" fmla="*/ 3120467 w 11269336"/>
              <a:gd name="connsiteY177" fmla="*/ 2128281 h 2323145"/>
              <a:gd name="connsiteX178" fmla="*/ 3116175 w 11269336"/>
              <a:gd name="connsiteY178" fmla="*/ 2131633 h 2323145"/>
              <a:gd name="connsiteX179" fmla="*/ 3103685 w 11269336"/>
              <a:gd name="connsiteY179" fmla="*/ 2132814 h 2323145"/>
              <a:gd name="connsiteX180" fmla="*/ 3078794 w 11269336"/>
              <a:gd name="connsiteY180" fmla="*/ 2137935 h 2323145"/>
              <a:gd name="connsiteX181" fmla="*/ 3074407 w 11269336"/>
              <a:gd name="connsiteY181" fmla="*/ 2136274 h 2323145"/>
              <a:gd name="connsiteX182" fmla="*/ 3037285 w 11269336"/>
              <a:gd name="connsiteY182" fmla="*/ 2139919 h 2323145"/>
              <a:gd name="connsiteX183" fmla="*/ 3036901 w 11269336"/>
              <a:gd name="connsiteY183" fmla="*/ 2138726 h 2323145"/>
              <a:gd name="connsiteX184" fmla="*/ 3026996 w 11269336"/>
              <a:gd name="connsiteY184" fmla="*/ 2134322 h 2323145"/>
              <a:gd name="connsiteX185" fmla="*/ 3007772 w 11269336"/>
              <a:gd name="connsiteY185" fmla="*/ 2128742 h 2323145"/>
              <a:gd name="connsiteX186" fmla="*/ 2965030 w 11269336"/>
              <a:gd name="connsiteY186" fmla="*/ 2100494 h 2323145"/>
              <a:gd name="connsiteX187" fmla="*/ 2926342 w 11269336"/>
              <a:gd name="connsiteY187" fmla="*/ 2104155 h 2323145"/>
              <a:gd name="connsiteX188" fmla="*/ 2918608 w 11269336"/>
              <a:gd name="connsiteY188" fmla="*/ 2104215 h 2323145"/>
              <a:gd name="connsiteX189" fmla="*/ 2918475 w 11269336"/>
              <a:gd name="connsiteY189" fmla="*/ 2103937 h 2323145"/>
              <a:gd name="connsiteX190" fmla="*/ 2910360 w 11269336"/>
              <a:gd name="connsiteY190" fmla="*/ 2103444 h 2323145"/>
              <a:gd name="connsiteX191" fmla="*/ 2904507 w 11269336"/>
              <a:gd name="connsiteY191" fmla="*/ 2104326 h 2323145"/>
              <a:gd name="connsiteX192" fmla="*/ 2889503 w 11269336"/>
              <a:gd name="connsiteY192" fmla="*/ 2104443 h 2323145"/>
              <a:gd name="connsiteX193" fmla="*/ 2884480 w 11269336"/>
              <a:gd name="connsiteY193" fmla="*/ 2102626 h 2323145"/>
              <a:gd name="connsiteX194" fmla="*/ 2882689 w 11269336"/>
              <a:gd name="connsiteY194" fmla="*/ 2099228 h 2323145"/>
              <a:gd name="connsiteX195" fmla="*/ 2881291 w 11269336"/>
              <a:gd name="connsiteY195" fmla="*/ 2099618 h 2323145"/>
              <a:gd name="connsiteX196" fmla="*/ 2853979 w 11269336"/>
              <a:gd name="connsiteY196" fmla="*/ 2090388 h 2323145"/>
              <a:gd name="connsiteX197" fmla="*/ 2791790 w 11269336"/>
              <a:gd name="connsiteY197" fmla="*/ 2080332 h 2323145"/>
              <a:gd name="connsiteX198" fmla="*/ 2755844 w 11269336"/>
              <a:gd name="connsiteY198" fmla="*/ 2078874 h 2323145"/>
              <a:gd name="connsiteX199" fmla="*/ 2657742 w 11269336"/>
              <a:gd name="connsiteY199" fmla="*/ 2070179 h 2323145"/>
              <a:gd name="connsiteX200" fmla="*/ 2559549 w 11269336"/>
              <a:gd name="connsiteY200" fmla="*/ 2057873 h 2323145"/>
              <a:gd name="connsiteX201" fmla="*/ 2512054 w 11269336"/>
              <a:gd name="connsiteY201" fmla="*/ 2031671 h 2323145"/>
              <a:gd name="connsiteX202" fmla="*/ 2506437 w 11269336"/>
              <a:gd name="connsiteY202" fmla="*/ 2030918 h 2323145"/>
              <a:gd name="connsiteX203" fmla="*/ 2491752 w 11269336"/>
              <a:gd name="connsiteY203" fmla="*/ 2033906 h 2323145"/>
              <a:gd name="connsiteX204" fmla="*/ 2486338 w 11269336"/>
              <a:gd name="connsiteY204" fmla="*/ 2035862 h 2323145"/>
              <a:gd name="connsiteX205" fmla="*/ 2478186 w 11269336"/>
              <a:gd name="connsiteY205" fmla="*/ 2036953 h 2323145"/>
              <a:gd name="connsiteX206" fmla="*/ 2477950 w 11269336"/>
              <a:gd name="connsiteY206" fmla="*/ 2036715 h 2323145"/>
              <a:gd name="connsiteX207" fmla="*/ 2470381 w 11269336"/>
              <a:gd name="connsiteY207" fmla="*/ 2038256 h 2323145"/>
              <a:gd name="connsiteX208" fmla="*/ 2433781 w 11269336"/>
              <a:gd name="connsiteY208" fmla="*/ 2049140 h 2323145"/>
              <a:gd name="connsiteX209" fmla="*/ 2381172 w 11269336"/>
              <a:gd name="connsiteY209" fmla="*/ 2030645 h 2323145"/>
              <a:gd name="connsiteX210" fmla="*/ 2360198 w 11269336"/>
              <a:gd name="connsiteY210" fmla="*/ 2029059 h 2323145"/>
              <a:gd name="connsiteX211" fmla="*/ 2348815 w 11269336"/>
              <a:gd name="connsiteY211" fmla="*/ 2026798 h 2323145"/>
              <a:gd name="connsiteX212" fmla="*/ 2347988 w 11269336"/>
              <a:gd name="connsiteY212" fmla="*/ 2025745 h 2323145"/>
              <a:gd name="connsiteX213" fmla="*/ 2312920 w 11269336"/>
              <a:gd name="connsiteY213" fmla="*/ 2036311 h 2323145"/>
              <a:gd name="connsiteX214" fmla="*/ 2307986 w 11269336"/>
              <a:gd name="connsiteY214" fmla="*/ 2035583 h 2323145"/>
              <a:gd name="connsiteX215" fmla="*/ 2285481 w 11269336"/>
              <a:gd name="connsiteY215" fmla="*/ 2045197 h 2323145"/>
              <a:gd name="connsiteX216" fmla="*/ 2273666 w 11269336"/>
              <a:gd name="connsiteY216" fmla="*/ 2048710 h 2323145"/>
              <a:gd name="connsiteX217" fmla="*/ 2270719 w 11269336"/>
              <a:gd name="connsiteY217" fmla="*/ 2052702 h 2323145"/>
              <a:gd name="connsiteX218" fmla="*/ 2253080 w 11269336"/>
              <a:gd name="connsiteY218" fmla="*/ 2056363 h 2323145"/>
              <a:gd name="connsiteX219" fmla="*/ 2250906 w 11269336"/>
              <a:gd name="connsiteY219" fmla="*/ 2055654 h 2323145"/>
              <a:gd name="connsiteX220" fmla="*/ 2236905 w 11269336"/>
              <a:gd name="connsiteY220" fmla="*/ 2062882 h 2323145"/>
              <a:gd name="connsiteX221" fmla="*/ 2225830 w 11269336"/>
              <a:gd name="connsiteY221" fmla="*/ 2074027 h 2323145"/>
              <a:gd name="connsiteX222" fmla="*/ 2073776 w 11269336"/>
              <a:gd name="connsiteY222" fmla="*/ 2089244 h 2323145"/>
              <a:gd name="connsiteX223" fmla="*/ 1948256 w 11269336"/>
              <a:gd name="connsiteY223" fmla="*/ 2146616 h 2323145"/>
              <a:gd name="connsiteX224" fmla="*/ 1865582 w 11269336"/>
              <a:gd name="connsiteY224" fmla="*/ 2153738 h 2323145"/>
              <a:gd name="connsiteX225" fmla="*/ 1835210 w 11269336"/>
              <a:gd name="connsiteY225" fmla="*/ 2134244 h 2323145"/>
              <a:gd name="connsiteX226" fmla="*/ 1632661 w 11269336"/>
              <a:gd name="connsiteY226" fmla="*/ 2173882 h 2323145"/>
              <a:gd name="connsiteX227" fmla="*/ 1579590 w 11269336"/>
              <a:gd name="connsiteY227" fmla="*/ 2173680 h 2323145"/>
              <a:gd name="connsiteX228" fmla="*/ 1535601 w 11269336"/>
              <a:gd name="connsiteY228" fmla="*/ 2194590 h 2323145"/>
              <a:gd name="connsiteX229" fmla="*/ 1515594 w 11269336"/>
              <a:gd name="connsiteY229" fmla="*/ 2189622 h 2323145"/>
              <a:gd name="connsiteX230" fmla="*/ 1512113 w 11269336"/>
              <a:gd name="connsiteY230" fmla="*/ 2188534 h 2323145"/>
              <a:gd name="connsiteX231" fmla="*/ 1498838 w 11269336"/>
              <a:gd name="connsiteY231" fmla="*/ 2189213 h 2323145"/>
              <a:gd name="connsiteX232" fmla="*/ 1494279 w 11269336"/>
              <a:gd name="connsiteY232" fmla="*/ 2183112 h 2323145"/>
              <a:gd name="connsiteX233" fmla="*/ 1473714 w 11269336"/>
              <a:gd name="connsiteY233" fmla="*/ 2179625 h 2323145"/>
              <a:gd name="connsiteX234" fmla="*/ 1449503 w 11269336"/>
              <a:gd name="connsiteY234" fmla="*/ 2182633 h 2323145"/>
              <a:gd name="connsiteX235" fmla="*/ 1266687 w 11269336"/>
              <a:gd name="connsiteY235" fmla="*/ 2212688 h 2323145"/>
              <a:gd name="connsiteX236" fmla="*/ 1239614 w 11269336"/>
              <a:gd name="connsiteY236" fmla="*/ 2209727 h 2323145"/>
              <a:gd name="connsiteX237" fmla="*/ 1202436 w 11269336"/>
              <a:gd name="connsiteY237" fmla="*/ 2209817 h 2323145"/>
              <a:gd name="connsiteX238" fmla="*/ 1136097 w 11269336"/>
              <a:gd name="connsiteY238" fmla="*/ 2205112 h 2323145"/>
              <a:gd name="connsiteX239" fmla="*/ 988232 w 11269336"/>
              <a:gd name="connsiteY239" fmla="*/ 2235635 h 2323145"/>
              <a:gd name="connsiteX240" fmla="*/ 981959 w 11269336"/>
              <a:gd name="connsiteY240" fmla="*/ 2231607 h 2323145"/>
              <a:gd name="connsiteX241" fmla="*/ 938600 w 11269336"/>
              <a:gd name="connsiteY241" fmla="*/ 2238113 h 2323145"/>
              <a:gd name="connsiteX242" fmla="*/ 791788 w 11269336"/>
              <a:gd name="connsiteY242" fmla="*/ 2293224 h 2323145"/>
              <a:gd name="connsiteX243" fmla="*/ 706914 w 11269336"/>
              <a:gd name="connsiteY243" fmla="*/ 2305046 h 2323145"/>
              <a:gd name="connsiteX244" fmla="*/ 675971 w 11269336"/>
              <a:gd name="connsiteY244" fmla="*/ 2304030 h 2323145"/>
              <a:gd name="connsiteX245" fmla="*/ 624180 w 11269336"/>
              <a:gd name="connsiteY245" fmla="*/ 2302650 h 2323145"/>
              <a:gd name="connsiteX246" fmla="*/ 583453 w 11269336"/>
              <a:gd name="connsiteY246" fmla="*/ 2288788 h 2323145"/>
              <a:gd name="connsiteX247" fmla="*/ 540946 w 11269336"/>
              <a:gd name="connsiteY247" fmla="*/ 2292721 h 2323145"/>
              <a:gd name="connsiteX248" fmla="*/ 533680 w 11269336"/>
              <a:gd name="connsiteY248" fmla="*/ 2310233 h 2323145"/>
              <a:gd name="connsiteX249" fmla="*/ 487366 w 11269336"/>
              <a:gd name="connsiteY249" fmla="*/ 2309053 h 2323145"/>
              <a:gd name="connsiteX250" fmla="*/ 416820 w 11269336"/>
              <a:gd name="connsiteY250" fmla="*/ 2305443 h 2323145"/>
              <a:gd name="connsiteX251" fmla="*/ 376805 w 11269336"/>
              <a:gd name="connsiteY251" fmla="*/ 2307647 h 2323145"/>
              <a:gd name="connsiteX252" fmla="*/ 266777 w 11269336"/>
              <a:gd name="connsiteY252" fmla="*/ 2309012 h 2323145"/>
              <a:gd name="connsiteX253" fmla="*/ 156013 w 11269336"/>
              <a:gd name="connsiteY253" fmla="*/ 2306832 h 2323145"/>
              <a:gd name="connsiteX254" fmla="*/ 87258 w 11269336"/>
              <a:gd name="connsiteY254" fmla="*/ 2285511 h 2323145"/>
              <a:gd name="connsiteX255" fmla="*/ 23798 w 11269336"/>
              <a:gd name="connsiteY255" fmla="*/ 2281822 h 2323145"/>
              <a:gd name="connsiteX256" fmla="*/ 0 w 11269336"/>
              <a:gd name="connsiteY256" fmla="*/ 2285369 h 2323145"/>
              <a:gd name="connsiteX257" fmla="*/ 0 w 11269336"/>
              <a:gd name="connsiteY25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05765 w 11269336"/>
              <a:gd name="connsiteY146" fmla="*/ 2199902 h 2323145"/>
              <a:gd name="connsiteX147" fmla="*/ 4401354 w 11269336"/>
              <a:gd name="connsiteY147" fmla="*/ 2194745 h 2323145"/>
              <a:gd name="connsiteX148" fmla="*/ 4366646 w 11269336"/>
              <a:gd name="connsiteY148" fmla="*/ 2198564 h 2323145"/>
              <a:gd name="connsiteX149" fmla="*/ 4354009 w 11269336"/>
              <a:gd name="connsiteY149" fmla="*/ 2204984 h 2323145"/>
              <a:gd name="connsiteX150" fmla="*/ 4348284 w 11269336"/>
              <a:gd name="connsiteY150" fmla="*/ 2205270 h 2323145"/>
              <a:gd name="connsiteX151" fmla="*/ 4333906 w 11269336"/>
              <a:gd name="connsiteY151" fmla="*/ 2205251 h 2323145"/>
              <a:gd name="connsiteX152" fmla="*/ 4308819 w 11269336"/>
              <a:gd name="connsiteY152" fmla="*/ 2203822 h 2323145"/>
              <a:gd name="connsiteX153" fmla="*/ 4301210 w 11269336"/>
              <a:gd name="connsiteY153" fmla="*/ 2204456 h 2323145"/>
              <a:gd name="connsiteX154" fmla="*/ 4283095 w 11269336"/>
              <a:gd name="connsiteY154" fmla="*/ 2198177 h 2323145"/>
              <a:gd name="connsiteX155" fmla="*/ 4250119 w 11269336"/>
              <a:gd name="connsiteY155" fmla="*/ 2196342 h 2323145"/>
              <a:gd name="connsiteX156" fmla="*/ 4189203 w 11269336"/>
              <a:gd name="connsiteY156" fmla="*/ 2178994 h 2323145"/>
              <a:gd name="connsiteX157" fmla="*/ 4154035 w 11269336"/>
              <a:gd name="connsiteY157" fmla="*/ 2171950 h 2323145"/>
              <a:gd name="connsiteX158" fmla="*/ 4129569 w 11269336"/>
              <a:gd name="connsiteY158" fmla="*/ 2163850 h 2323145"/>
              <a:gd name="connsiteX159" fmla="*/ 4061250 w 11269336"/>
              <a:gd name="connsiteY159" fmla="*/ 2159236 h 2323145"/>
              <a:gd name="connsiteX160" fmla="*/ 3945480 w 11269336"/>
              <a:gd name="connsiteY160" fmla="*/ 2158279 h 2323145"/>
              <a:gd name="connsiteX161" fmla="*/ 3921468 w 11269336"/>
              <a:gd name="connsiteY161" fmla="*/ 2156588 h 2323145"/>
              <a:gd name="connsiteX162" fmla="*/ 3903348 w 11269336"/>
              <a:gd name="connsiteY162" fmla="*/ 2149220 h 2323145"/>
              <a:gd name="connsiteX163" fmla="*/ 3901342 w 11269336"/>
              <a:gd name="connsiteY163" fmla="*/ 2142355 h 2323145"/>
              <a:gd name="connsiteX164" fmla="*/ 3888539 w 11269336"/>
              <a:gd name="connsiteY164" fmla="*/ 2140476 h 2323145"/>
              <a:gd name="connsiteX165" fmla="*/ 3885662 w 11269336"/>
              <a:gd name="connsiteY165" fmla="*/ 2138740 h 2323145"/>
              <a:gd name="connsiteX166" fmla="*/ 3868627 w 11269336"/>
              <a:gd name="connsiteY166" fmla="*/ 2130023 h 2323145"/>
              <a:gd name="connsiteX167" fmla="*/ 3819177 w 11269336"/>
              <a:gd name="connsiteY167" fmla="*/ 2142111 h 2323145"/>
              <a:gd name="connsiteX168" fmla="*/ 3769100 w 11269336"/>
              <a:gd name="connsiteY168" fmla="*/ 2131731 h 2323145"/>
              <a:gd name="connsiteX169" fmla="*/ 3562752 w 11269336"/>
              <a:gd name="connsiteY169" fmla="*/ 2131785 h 2323145"/>
              <a:gd name="connsiteX170" fmla="*/ 3541402 w 11269336"/>
              <a:gd name="connsiteY170" fmla="*/ 2106821 h 2323145"/>
              <a:gd name="connsiteX171" fmla="*/ 3365341 w 11269336"/>
              <a:gd name="connsiteY171" fmla="*/ 2077638 h 2323145"/>
              <a:gd name="connsiteX172" fmla="*/ 3170922 w 11269336"/>
              <a:gd name="connsiteY172" fmla="*/ 2115957 h 2323145"/>
              <a:gd name="connsiteX173" fmla="*/ 3156256 w 11269336"/>
              <a:gd name="connsiteY173" fmla="*/ 2124773 h 2323145"/>
              <a:gd name="connsiteX174" fmla="*/ 3140298 w 11269336"/>
              <a:gd name="connsiteY174" fmla="*/ 2129182 h 2323145"/>
              <a:gd name="connsiteX175" fmla="*/ 3138514 w 11269336"/>
              <a:gd name="connsiteY175" fmla="*/ 2128069 h 2323145"/>
              <a:gd name="connsiteX176" fmla="*/ 3120467 w 11269336"/>
              <a:gd name="connsiteY176" fmla="*/ 2128281 h 2323145"/>
              <a:gd name="connsiteX177" fmla="*/ 3116175 w 11269336"/>
              <a:gd name="connsiteY177" fmla="*/ 2131633 h 2323145"/>
              <a:gd name="connsiteX178" fmla="*/ 3103685 w 11269336"/>
              <a:gd name="connsiteY178" fmla="*/ 2132814 h 2323145"/>
              <a:gd name="connsiteX179" fmla="*/ 3078794 w 11269336"/>
              <a:gd name="connsiteY179" fmla="*/ 2137935 h 2323145"/>
              <a:gd name="connsiteX180" fmla="*/ 3074407 w 11269336"/>
              <a:gd name="connsiteY180" fmla="*/ 2136274 h 2323145"/>
              <a:gd name="connsiteX181" fmla="*/ 3037285 w 11269336"/>
              <a:gd name="connsiteY181" fmla="*/ 2139919 h 2323145"/>
              <a:gd name="connsiteX182" fmla="*/ 3036901 w 11269336"/>
              <a:gd name="connsiteY182" fmla="*/ 2138726 h 2323145"/>
              <a:gd name="connsiteX183" fmla="*/ 3026996 w 11269336"/>
              <a:gd name="connsiteY183" fmla="*/ 2134322 h 2323145"/>
              <a:gd name="connsiteX184" fmla="*/ 3007772 w 11269336"/>
              <a:gd name="connsiteY184" fmla="*/ 2128742 h 2323145"/>
              <a:gd name="connsiteX185" fmla="*/ 2965030 w 11269336"/>
              <a:gd name="connsiteY185" fmla="*/ 2100494 h 2323145"/>
              <a:gd name="connsiteX186" fmla="*/ 2926342 w 11269336"/>
              <a:gd name="connsiteY186" fmla="*/ 2104155 h 2323145"/>
              <a:gd name="connsiteX187" fmla="*/ 2918608 w 11269336"/>
              <a:gd name="connsiteY187" fmla="*/ 2104215 h 2323145"/>
              <a:gd name="connsiteX188" fmla="*/ 2918475 w 11269336"/>
              <a:gd name="connsiteY188" fmla="*/ 2103937 h 2323145"/>
              <a:gd name="connsiteX189" fmla="*/ 2910360 w 11269336"/>
              <a:gd name="connsiteY189" fmla="*/ 2103444 h 2323145"/>
              <a:gd name="connsiteX190" fmla="*/ 2904507 w 11269336"/>
              <a:gd name="connsiteY190" fmla="*/ 2104326 h 2323145"/>
              <a:gd name="connsiteX191" fmla="*/ 2889503 w 11269336"/>
              <a:gd name="connsiteY191" fmla="*/ 2104443 h 2323145"/>
              <a:gd name="connsiteX192" fmla="*/ 2884480 w 11269336"/>
              <a:gd name="connsiteY192" fmla="*/ 2102626 h 2323145"/>
              <a:gd name="connsiteX193" fmla="*/ 2882689 w 11269336"/>
              <a:gd name="connsiteY193" fmla="*/ 2099228 h 2323145"/>
              <a:gd name="connsiteX194" fmla="*/ 2881291 w 11269336"/>
              <a:gd name="connsiteY194" fmla="*/ 2099618 h 2323145"/>
              <a:gd name="connsiteX195" fmla="*/ 2853979 w 11269336"/>
              <a:gd name="connsiteY195" fmla="*/ 2090388 h 2323145"/>
              <a:gd name="connsiteX196" fmla="*/ 2791790 w 11269336"/>
              <a:gd name="connsiteY196" fmla="*/ 2080332 h 2323145"/>
              <a:gd name="connsiteX197" fmla="*/ 2755844 w 11269336"/>
              <a:gd name="connsiteY197" fmla="*/ 2078874 h 2323145"/>
              <a:gd name="connsiteX198" fmla="*/ 2657742 w 11269336"/>
              <a:gd name="connsiteY198" fmla="*/ 2070179 h 2323145"/>
              <a:gd name="connsiteX199" fmla="*/ 2559549 w 11269336"/>
              <a:gd name="connsiteY199" fmla="*/ 2057873 h 2323145"/>
              <a:gd name="connsiteX200" fmla="*/ 2512054 w 11269336"/>
              <a:gd name="connsiteY200" fmla="*/ 2031671 h 2323145"/>
              <a:gd name="connsiteX201" fmla="*/ 2506437 w 11269336"/>
              <a:gd name="connsiteY201" fmla="*/ 2030918 h 2323145"/>
              <a:gd name="connsiteX202" fmla="*/ 2491752 w 11269336"/>
              <a:gd name="connsiteY202" fmla="*/ 2033906 h 2323145"/>
              <a:gd name="connsiteX203" fmla="*/ 2486338 w 11269336"/>
              <a:gd name="connsiteY203" fmla="*/ 2035862 h 2323145"/>
              <a:gd name="connsiteX204" fmla="*/ 2478186 w 11269336"/>
              <a:gd name="connsiteY204" fmla="*/ 2036953 h 2323145"/>
              <a:gd name="connsiteX205" fmla="*/ 2477950 w 11269336"/>
              <a:gd name="connsiteY205" fmla="*/ 2036715 h 2323145"/>
              <a:gd name="connsiteX206" fmla="*/ 2470381 w 11269336"/>
              <a:gd name="connsiteY206" fmla="*/ 2038256 h 2323145"/>
              <a:gd name="connsiteX207" fmla="*/ 2433781 w 11269336"/>
              <a:gd name="connsiteY207" fmla="*/ 2049140 h 2323145"/>
              <a:gd name="connsiteX208" fmla="*/ 2381172 w 11269336"/>
              <a:gd name="connsiteY208" fmla="*/ 2030645 h 2323145"/>
              <a:gd name="connsiteX209" fmla="*/ 2360198 w 11269336"/>
              <a:gd name="connsiteY209" fmla="*/ 2029059 h 2323145"/>
              <a:gd name="connsiteX210" fmla="*/ 2348815 w 11269336"/>
              <a:gd name="connsiteY210" fmla="*/ 2026798 h 2323145"/>
              <a:gd name="connsiteX211" fmla="*/ 2347988 w 11269336"/>
              <a:gd name="connsiteY211" fmla="*/ 2025745 h 2323145"/>
              <a:gd name="connsiteX212" fmla="*/ 2312920 w 11269336"/>
              <a:gd name="connsiteY212" fmla="*/ 2036311 h 2323145"/>
              <a:gd name="connsiteX213" fmla="*/ 2307986 w 11269336"/>
              <a:gd name="connsiteY213" fmla="*/ 2035583 h 2323145"/>
              <a:gd name="connsiteX214" fmla="*/ 2285481 w 11269336"/>
              <a:gd name="connsiteY214" fmla="*/ 2045197 h 2323145"/>
              <a:gd name="connsiteX215" fmla="*/ 2273666 w 11269336"/>
              <a:gd name="connsiteY215" fmla="*/ 2048710 h 2323145"/>
              <a:gd name="connsiteX216" fmla="*/ 2270719 w 11269336"/>
              <a:gd name="connsiteY216" fmla="*/ 2052702 h 2323145"/>
              <a:gd name="connsiteX217" fmla="*/ 2253080 w 11269336"/>
              <a:gd name="connsiteY217" fmla="*/ 2056363 h 2323145"/>
              <a:gd name="connsiteX218" fmla="*/ 2250906 w 11269336"/>
              <a:gd name="connsiteY218" fmla="*/ 2055654 h 2323145"/>
              <a:gd name="connsiteX219" fmla="*/ 2236905 w 11269336"/>
              <a:gd name="connsiteY219" fmla="*/ 2062882 h 2323145"/>
              <a:gd name="connsiteX220" fmla="*/ 2225830 w 11269336"/>
              <a:gd name="connsiteY220" fmla="*/ 2074027 h 2323145"/>
              <a:gd name="connsiteX221" fmla="*/ 2073776 w 11269336"/>
              <a:gd name="connsiteY221" fmla="*/ 2089244 h 2323145"/>
              <a:gd name="connsiteX222" fmla="*/ 1948256 w 11269336"/>
              <a:gd name="connsiteY222" fmla="*/ 2146616 h 2323145"/>
              <a:gd name="connsiteX223" fmla="*/ 1865582 w 11269336"/>
              <a:gd name="connsiteY223" fmla="*/ 2153738 h 2323145"/>
              <a:gd name="connsiteX224" fmla="*/ 1835210 w 11269336"/>
              <a:gd name="connsiteY224" fmla="*/ 2134244 h 2323145"/>
              <a:gd name="connsiteX225" fmla="*/ 1632661 w 11269336"/>
              <a:gd name="connsiteY225" fmla="*/ 2173882 h 2323145"/>
              <a:gd name="connsiteX226" fmla="*/ 1579590 w 11269336"/>
              <a:gd name="connsiteY226" fmla="*/ 2173680 h 2323145"/>
              <a:gd name="connsiteX227" fmla="*/ 1535601 w 11269336"/>
              <a:gd name="connsiteY227" fmla="*/ 2194590 h 2323145"/>
              <a:gd name="connsiteX228" fmla="*/ 1515594 w 11269336"/>
              <a:gd name="connsiteY228" fmla="*/ 2189622 h 2323145"/>
              <a:gd name="connsiteX229" fmla="*/ 1512113 w 11269336"/>
              <a:gd name="connsiteY229" fmla="*/ 2188534 h 2323145"/>
              <a:gd name="connsiteX230" fmla="*/ 1498838 w 11269336"/>
              <a:gd name="connsiteY230" fmla="*/ 2189213 h 2323145"/>
              <a:gd name="connsiteX231" fmla="*/ 1494279 w 11269336"/>
              <a:gd name="connsiteY231" fmla="*/ 2183112 h 2323145"/>
              <a:gd name="connsiteX232" fmla="*/ 1473714 w 11269336"/>
              <a:gd name="connsiteY232" fmla="*/ 2179625 h 2323145"/>
              <a:gd name="connsiteX233" fmla="*/ 1449503 w 11269336"/>
              <a:gd name="connsiteY233" fmla="*/ 2182633 h 2323145"/>
              <a:gd name="connsiteX234" fmla="*/ 1266687 w 11269336"/>
              <a:gd name="connsiteY234" fmla="*/ 2212688 h 2323145"/>
              <a:gd name="connsiteX235" fmla="*/ 1239614 w 11269336"/>
              <a:gd name="connsiteY235" fmla="*/ 2209727 h 2323145"/>
              <a:gd name="connsiteX236" fmla="*/ 1202436 w 11269336"/>
              <a:gd name="connsiteY236" fmla="*/ 2209817 h 2323145"/>
              <a:gd name="connsiteX237" fmla="*/ 1136097 w 11269336"/>
              <a:gd name="connsiteY237" fmla="*/ 2205112 h 2323145"/>
              <a:gd name="connsiteX238" fmla="*/ 988232 w 11269336"/>
              <a:gd name="connsiteY238" fmla="*/ 2235635 h 2323145"/>
              <a:gd name="connsiteX239" fmla="*/ 981959 w 11269336"/>
              <a:gd name="connsiteY239" fmla="*/ 2231607 h 2323145"/>
              <a:gd name="connsiteX240" fmla="*/ 938600 w 11269336"/>
              <a:gd name="connsiteY240" fmla="*/ 2238113 h 2323145"/>
              <a:gd name="connsiteX241" fmla="*/ 791788 w 11269336"/>
              <a:gd name="connsiteY241" fmla="*/ 2293224 h 2323145"/>
              <a:gd name="connsiteX242" fmla="*/ 706914 w 11269336"/>
              <a:gd name="connsiteY242" fmla="*/ 2305046 h 2323145"/>
              <a:gd name="connsiteX243" fmla="*/ 675971 w 11269336"/>
              <a:gd name="connsiteY243" fmla="*/ 2304030 h 2323145"/>
              <a:gd name="connsiteX244" fmla="*/ 624180 w 11269336"/>
              <a:gd name="connsiteY244" fmla="*/ 2302650 h 2323145"/>
              <a:gd name="connsiteX245" fmla="*/ 583453 w 11269336"/>
              <a:gd name="connsiteY245" fmla="*/ 2288788 h 2323145"/>
              <a:gd name="connsiteX246" fmla="*/ 540946 w 11269336"/>
              <a:gd name="connsiteY246" fmla="*/ 2292721 h 2323145"/>
              <a:gd name="connsiteX247" fmla="*/ 533680 w 11269336"/>
              <a:gd name="connsiteY247" fmla="*/ 2310233 h 2323145"/>
              <a:gd name="connsiteX248" fmla="*/ 487366 w 11269336"/>
              <a:gd name="connsiteY248" fmla="*/ 2309053 h 2323145"/>
              <a:gd name="connsiteX249" fmla="*/ 416820 w 11269336"/>
              <a:gd name="connsiteY249" fmla="*/ 2305443 h 2323145"/>
              <a:gd name="connsiteX250" fmla="*/ 376805 w 11269336"/>
              <a:gd name="connsiteY250" fmla="*/ 2307647 h 2323145"/>
              <a:gd name="connsiteX251" fmla="*/ 266777 w 11269336"/>
              <a:gd name="connsiteY251" fmla="*/ 2309012 h 2323145"/>
              <a:gd name="connsiteX252" fmla="*/ 156013 w 11269336"/>
              <a:gd name="connsiteY252" fmla="*/ 2306832 h 2323145"/>
              <a:gd name="connsiteX253" fmla="*/ 87258 w 11269336"/>
              <a:gd name="connsiteY253" fmla="*/ 2285511 h 2323145"/>
              <a:gd name="connsiteX254" fmla="*/ 23798 w 11269336"/>
              <a:gd name="connsiteY254" fmla="*/ 2281822 h 2323145"/>
              <a:gd name="connsiteX255" fmla="*/ 0 w 11269336"/>
              <a:gd name="connsiteY255" fmla="*/ 2285369 h 2323145"/>
              <a:gd name="connsiteX256" fmla="*/ 0 w 11269336"/>
              <a:gd name="connsiteY25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05765 w 11269336"/>
              <a:gd name="connsiteY145" fmla="*/ 2199902 h 2323145"/>
              <a:gd name="connsiteX146" fmla="*/ 4401354 w 11269336"/>
              <a:gd name="connsiteY146" fmla="*/ 2194745 h 2323145"/>
              <a:gd name="connsiteX147" fmla="*/ 4366646 w 11269336"/>
              <a:gd name="connsiteY147" fmla="*/ 2198564 h 2323145"/>
              <a:gd name="connsiteX148" fmla="*/ 4354009 w 11269336"/>
              <a:gd name="connsiteY148" fmla="*/ 2204984 h 2323145"/>
              <a:gd name="connsiteX149" fmla="*/ 4348284 w 11269336"/>
              <a:gd name="connsiteY149" fmla="*/ 2205270 h 2323145"/>
              <a:gd name="connsiteX150" fmla="*/ 4333906 w 11269336"/>
              <a:gd name="connsiteY150" fmla="*/ 2205251 h 2323145"/>
              <a:gd name="connsiteX151" fmla="*/ 4308819 w 11269336"/>
              <a:gd name="connsiteY151" fmla="*/ 2203822 h 2323145"/>
              <a:gd name="connsiteX152" fmla="*/ 4301210 w 11269336"/>
              <a:gd name="connsiteY152" fmla="*/ 2204456 h 2323145"/>
              <a:gd name="connsiteX153" fmla="*/ 4283095 w 11269336"/>
              <a:gd name="connsiteY153" fmla="*/ 2198177 h 2323145"/>
              <a:gd name="connsiteX154" fmla="*/ 4250119 w 11269336"/>
              <a:gd name="connsiteY154" fmla="*/ 2196342 h 2323145"/>
              <a:gd name="connsiteX155" fmla="*/ 4189203 w 11269336"/>
              <a:gd name="connsiteY155" fmla="*/ 2178994 h 2323145"/>
              <a:gd name="connsiteX156" fmla="*/ 4154035 w 11269336"/>
              <a:gd name="connsiteY156" fmla="*/ 2171950 h 2323145"/>
              <a:gd name="connsiteX157" fmla="*/ 4129569 w 11269336"/>
              <a:gd name="connsiteY157" fmla="*/ 2163850 h 2323145"/>
              <a:gd name="connsiteX158" fmla="*/ 4061250 w 11269336"/>
              <a:gd name="connsiteY158" fmla="*/ 2159236 h 2323145"/>
              <a:gd name="connsiteX159" fmla="*/ 3945480 w 11269336"/>
              <a:gd name="connsiteY159" fmla="*/ 2158279 h 2323145"/>
              <a:gd name="connsiteX160" fmla="*/ 3921468 w 11269336"/>
              <a:gd name="connsiteY160" fmla="*/ 2156588 h 2323145"/>
              <a:gd name="connsiteX161" fmla="*/ 3903348 w 11269336"/>
              <a:gd name="connsiteY161" fmla="*/ 2149220 h 2323145"/>
              <a:gd name="connsiteX162" fmla="*/ 3901342 w 11269336"/>
              <a:gd name="connsiteY162" fmla="*/ 2142355 h 2323145"/>
              <a:gd name="connsiteX163" fmla="*/ 3888539 w 11269336"/>
              <a:gd name="connsiteY163" fmla="*/ 2140476 h 2323145"/>
              <a:gd name="connsiteX164" fmla="*/ 3885662 w 11269336"/>
              <a:gd name="connsiteY164" fmla="*/ 2138740 h 2323145"/>
              <a:gd name="connsiteX165" fmla="*/ 3868627 w 11269336"/>
              <a:gd name="connsiteY165" fmla="*/ 2130023 h 2323145"/>
              <a:gd name="connsiteX166" fmla="*/ 3819177 w 11269336"/>
              <a:gd name="connsiteY166" fmla="*/ 2142111 h 2323145"/>
              <a:gd name="connsiteX167" fmla="*/ 3769100 w 11269336"/>
              <a:gd name="connsiteY167" fmla="*/ 2131731 h 2323145"/>
              <a:gd name="connsiteX168" fmla="*/ 3562752 w 11269336"/>
              <a:gd name="connsiteY168" fmla="*/ 2131785 h 2323145"/>
              <a:gd name="connsiteX169" fmla="*/ 3541402 w 11269336"/>
              <a:gd name="connsiteY169" fmla="*/ 2106821 h 2323145"/>
              <a:gd name="connsiteX170" fmla="*/ 3365341 w 11269336"/>
              <a:gd name="connsiteY170" fmla="*/ 2077638 h 2323145"/>
              <a:gd name="connsiteX171" fmla="*/ 3170922 w 11269336"/>
              <a:gd name="connsiteY171" fmla="*/ 2115957 h 2323145"/>
              <a:gd name="connsiteX172" fmla="*/ 3156256 w 11269336"/>
              <a:gd name="connsiteY172" fmla="*/ 2124773 h 2323145"/>
              <a:gd name="connsiteX173" fmla="*/ 3140298 w 11269336"/>
              <a:gd name="connsiteY173" fmla="*/ 2129182 h 2323145"/>
              <a:gd name="connsiteX174" fmla="*/ 3138514 w 11269336"/>
              <a:gd name="connsiteY174" fmla="*/ 2128069 h 2323145"/>
              <a:gd name="connsiteX175" fmla="*/ 3120467 w 11269336"/>
              <a:gd name="connsiteY175" fmla="*/ 2128281 h 2323145"/>
              <a:gd name="connsiteX176" fmla="*/ 3116175 w 11269336"/>
              <a:gd name="connsiteY176" fmla="*/ 2131633 h 2323145"/>
              <a:gd name="connsiteX177" fmla="*/ 3103685 w 11269336"/>
              <a:gd name="connsiteY177" fmla="*/ 2132814 h 2323145"/>
              <a:gd name="connsiteX178" fmla="*/ 3078794 w 11269336"/>
              <a:gd name="connsiteY178" fmla="*/ 2137935 h 2323145"/>
              <a:gd name="connsiteX179" fmla="*/ 3074407 w 11269336"/>
              <a:gd name="connsiteY179" fmla="*/ 2136274 h 2323145"/>
              <a:gd name="connsiteX180" fmla="*/ 3037285 w 11269336"/>
              <a:gd name="connsiteY180" fmla="*/ 2139919 h 2323145"/>
              <a:gd name="connsiteX181" fmla="*/ 3036901 w 11269336"/>
              <a:gd name="connsiteY181" fmla="*/ 2138726 h 2323145"/>
              <a:gd name="connsiteX182" fmla="*/ 3026996 w 11269336"/>
              <a:gd name="connsiteY182" fmla="*/ 2134322 h 2323145"/>
              <a:gd name="connsiteX183" fmla="*/ 3007772 w 11269336"/>
              <a:gd name="connsiteY183" fmla="*/ 2128742 h 2323145"/>
              <a:gd name="connsiteX184" fmla="*/ 2965030 w 11269336"/>
              <a:gd name="connsiteY184" fmla="*/ 2100494 h 2323145"/>
              <a:gd name="connsiteX185" fmla="*/ 2926342 w 11269336"/>
              <a:gd name="connsiteY185" fmla="*/ 2104155 h 2323145"/>
              <a:gd name="connsiteX186" fmla="*/ 2918608 w 11269336"/>
              <a:gd name="connsiteY186" fmla="*/ 2104215 h 2323145"/>
              <a:gd name="connsiteX187" fmla="*/ 2918475 w 11269336"/>
              <a:gd name="connsiteY187" fmla="*/ 2103937 h 2323145"/>
              <a:gd name="connsiteX188" fmla="*/ 2910360 w 11269336"/>
              <a:gd name="connsiteY188" fmla="*/ 2103444 h 2323145"/>
              <a:gd name="connsiteX189" fmla="*/ 2904507 w 11269336"/>
              <a:gd name="connsiteY189" fmla="*/ 2104326 h 2323145"/>
              <a:gd name="connsiteX190" fmla="*/ 2889503 w 11269336"/>
              <a:gd name="connsiteY190" fmla="*/ 2104443 h 2323145"/>
              <a:gd name="connsiteX191" fmla="*/ 2884480 w 11269336"/>
              <a:gd name="connsiteY191" fmla="*/ 2102626 h 2323145"/>
              <a:gd name="connsiteX192" fmla="*/ 2882689 w 11269336"/>
              <a:gd name="connsiteY192" fmla="*/ 2099228 h 2323145"/>
              <a:gd name="connsiteX193" fmla="*/ 2881291 w 11269336"/>
              <a:gd name="connsiteY193" fmla="*/ 2099618 h 2323145"/>
              <a:gd name="connsiteX194" fmla="*/ 2853979 w 11269336"/>
              <a:gd name="connsiteY194" fmla="*/ 2090388 h 2323145"/>
              <a:gd name="connsiteX195" fmla="*/ 2791790 w 11269336"/>
              <a:gd name="connsiteY195" fmla="*/ 2080332 h 2323145"/>
              <a:gd name="connsiteX196" fmla="*/ 2755844 w 11269336"/>
              <a:gd name="connsiteY196" fmla="*/ 2078874 h 2323145"/>
              <a:gd name="connsiteX197" fmla="*/ 2657742 w 11269336"/>
              <a:gd name="connsiteY197" fmla="*/ 2070179 h 2323145"/>
              <a:gd name="connsiteX198" fmla="*/ 2559549 w 11269336"/>
              <a:gd name="connsiteY198" fmla="*/ 2057873 h 2323145"/>
              <a:gd name="connsiteX199" fmla="*/ 2512054 w 11269336"/>
              <a:gd name="connsiteY199" fmla="*/ 2031671 h 2323145"/>
              <a:gd name="connsiteX200" fmla="*/ 2506437 w 11269336"/>
              <a:gd name="connsiteY200" fmla="*/ 2030918 h 2323145"/>
              <a:gd name="connsiteX201" fmla="*/ 2491752 w 11269336"/>
              <a:gd name="connsiteY201" fmla="*/ 2033906 h 2323145"/>
              <a:gd name="connsiteX202" fmla="*/ 2486338 w 11269336"/>
              <a:gd name="connsiteY202" fmla="*/ 2035862 h 2323145"/>
              <a:gd name="connsiteX203" fmla="*/ 2478186 w 11269336"/>
              <a:gd name="connsiteY203" fmla="*/ 2036953 h 2323145"/>
              <a:gd name="connsiteX204" fmla="*/ 2477950 w 11269336"/>
              <a:gd name="connsiteY204" fmla="*/ 2036715 h 2323145"/>
              <a:gd name="connsiteX205" fmla="*/ 2470381 w 11269336"/>
              <a:gd name="connsiteY205" fmla="*/ 2038256 h 2323145"/>
              <a:gd name="connsiteX206" fmla="*/ 2433781 w 11269336"/>
              <a:gd name="connsiteY206" fmla="*/ 2049140 h 2323145"/>
              <a:gd name="connsiteX207" fmla="*/ 2381172 w 11269336"/>
              <a:gd name="connsiteY207" fmla="*/ 2030645 h 2323145"/>
              <a:gd name="connsiteX208" fmla="*/ 2360198 w 11269336"/>
              <a:gd name="connsiteY208" fmla="*/ 2029059 h 2323145"/>
              <a:gd name="connsiteX209" fmla="*/ 2348815 w 11269336"/>
              <a:gd name="connsiteY209" fmla="*/ 2026798 h 2323145"/>
              <a:gd name="connsiteX210" fmla="*/ 2347988 w 11269336"/>
              <a:gd name="connsiteY210" fmla="*/ 2025745 h 2323145"/>
              <a:gd name="connsiteX211" fmla="*/ 2312920 w 11269336"/>
              <a:gd name="connsiteY211" fmla="*/ 2036311 h 2323145"/>
              <a:gd name="connsiteX212" fmla="*/ 2307986 w 11269336"/>
              <a:gd name="connsiteY212" fmla="*/ 2035583 h 2323145"/>
              <a:gd name="connsiteX213" fmla="*/ 2285481 w 11269336"/>
              <a:gd name="connsiteY213" fmla="*/ 2045197 h 2323145"/>
              <a:gd name="connsiteX214" fmla="*/ 2273666 w 11269336"/>
              <a:gd name="connsiteY214" fmla="*/ 2048710 h 2323145"/>
              <a:gd name="connsiteX215" fmla="*/ 2270719 w 11269336"/>
              <a:gd name="connsiteY215" fmla="*/ 2052702 h 2323145"/>
              <a:gd name="connsiteX216" fmla="*/ 2253080 w 11269336"/>
              <a:gd name="connsiteY216" fmla="*/ 2056363 h 2323145"/>
              <a:gd name="connsiteX217" fmla="*/ 2250906 w 11269336"/>
              <a:gd name="connsiteY217" fmla="*/ 2055654 h 2323145"/>
              <a:gd name="connsiteX218" fmla="*/ 2236905 w 11269336"/>
              <a:gd name="connsiteY218" fmla="*/ 2062882 h 2323145"/>
              <a:gd name="connsiteX219" fmla="*/ 2225830 w 11269336"/>
              <a:gd name="connsiteY219" fmla="*/ 2074027 h 2323145"/>
              <a:gd name="connsiteX220" fmla="*/ 2073776 w 11269336"/>
              <a:gd name="connsiteY220" fmla="*/ 2089244 h 2323145"/>
              <a:gd name="connsiteX221" fmla="*/ 1948256 w 11269336"/>
              <a:gd name="connsiteY221" fmla="*/ 2146616 h 2323145"/>
              <a:gd name="connsiteX222" fmla="*/ 1865582 w 11269336"/>
              <a:gd name="connsiteY222" fmla="*/ 2153738 h 2323145"/>
              <a:gd name="connsiteX223" fmla="*/ 1835210 w 11269336"/>
              <a:gd name="connsiteY223" fmla="*/ 2134244 h 2323145"/>
              <a:gd name="connsiteX224" fmla="*/ 1632661 w 11269336"/>
              <a:gd name="connsiteY224" fmla="*/ 2173882 h 2323145"/>
              <a:gd name="connsiteX225" fmla="*/ 1579590 w 11269336"/>
              <a:gd name="connsiteY225" fmla="*/ 2173680 h 2323145"/>
              <a:gd name="connsiteX226" fmla="*/ 1535601 w 11269336"/>
              <a:gd name="connsiteY226" fmla="*/ 2194590 h 2323145"/>
              <a:gd name="connsiteX227" fmla="*/ 1515594 w 11269336"/>
              <a:gd name="connsiteY227" fmla="*/ 2189622 h 2323145"/>
              <a:gd name="connsiteX228" fmla="*/ 1512113 w 11269336"/>
              <a:gd name="connsiteY228" fmla="*/ 2188534 h 2323145"/>
              <a:gd name="connsiteX229" fmla="*/ 1498838 w 11269336"/>
              <a:gd name="connsiteY229" fmla="*/ 2189213 h 2323145"/>
              <a:gd name="connsiteX230" fmla="*/ 1494279 w 11269336"/>
              <a:gd name="connsiteY230" fmla="*/ 2183112 h 2323145"/>
              <a:gd name="connsiteX231" fmla="*/ 1473714 w 11269336"/>
              <a:gd name="connsiteY231" fmla="*/ 2179625 h 2323145"/>
              <a:gd name="connsiteX232" fmla="*/ 1449503 w 11269336"/>
              <a:gd name="connsiteY232" fmla="*/ 2182633 h 2323145"/>
              <a:gd name="connsiteX233" fmla="*/ 1266687 w 11269336"/>
              <a:gd name="connsiteY233" fmla="*/ 2212688 h 2323145"/>
              <a:gd name="connsiteX234" fmla="*/ 1239614 w 11269336"/>
              <a:gd name="connsiteY234" fmla="*/ 2209727 h 2323145"/>
              <a:gd name="connsiteX235" fmla="*/ 1202436 w 11269336"/>
              <a:gd name="connsiteY235" fmla="*/ 2209817 h 2323145"/>
              <a:gd name="connsiteX236" fmla="*/ 1136097 w 11269336"/>
              <a:gd name="connsiteY236" fmla="*/ 2205112 h 2323145"/>
              <a:gd name="connsiteX237" fmla="*/ 988232 w 11269336"/>
              <a:gd name="connsiteY237" fmla="*/ 2235635 h 2323145"/>
              <a:gd name="connsiteX238" fmla="*/ 981959 w 11269336"/>
              <a:gd name="connsiteY238" fmla="*/ 2231607 h 2323145"/>
              <a:gd name="connsiteX239" fmla="*/ 938600 w 11269336"/>
              <a:gd name="connsiteY239" fmla="*/ 2238113 h 2323145"/>
              <a:gd name="connsiteX240" fmla="*/ 791788 w 11269336"/>
              <a:gd name="connsiteY240" fmla="*/ 2293224 h 2323145"/>
              <a:gd name="connsiteX241" fmla="*/ 706914 w 11269336"/>
              <a:gd name="connsiteY241" fmla="*/ 2305046 h 2323145"/>
              <a:gd name="connsiteX242" fmla="*/ 675971 w 11269336"/>
              <a:gd name="connsiteY242" fmla="*/ 2304030 h 2323145"/>
              <a:gd name="connsiteX243" fmla="*/ 624180 w 11269336"/>
              <a:gd name="connsiteY243" fmla="*/ 2302650 h 2323145"/>
              <a:gd name="connsiteX244" fmla="*/ 583453 w 11269336"/>
              <a:gd name="connsiteY244" fmla="*/ 2288788 h 2323145"/>
              <a:gd name="connsiteX245" fmla="*/ 540946 w 11269336"/>
              <a:gd name="connsiteY245" fmla="*/ 2292721 h 2323145"/>
              <a:gd name="connsiteX246" fmla="*/ 533680 w 11269336"/>
              <a:gd name="connsiteY246" fmla="*/ 2310233 h 2323145"/>
              <a:gd name="connsiteX247" fmla="*/ 487366 w 11269336"/>
              <a:gd name="connsiteY247" fmla="*/ 2309053 h 2323145"/>
              <a:gd name="connsiteX248" fmla="*/ 416820 w 11269336"/>
              <a:gd name="connsiteY248" fmla="*/ 2305443 h 2323145"/>
              <a:gd name="connsiteX249" fmla="*/ 376805 w 11269336"/>
              <a:gd name="connsiteY249" fmla="*/ 2307647 h 2323145"/>
              <a:gd name="connsiteX250" fmla="*/ 266777 w 11269336"/>
              <a:gd name="connsiteY250" fmla="*/ 2309012 h 2323145"/>
              <a:gd name="connsiteX251" fmla="*/ 156013 w 11269336"/>
              <a:gd name="connsiteY251" fmla="*/ 2306832 h 2323145"/>
              <a:gd name="connsiteX252" fmla="*/ 87258 w 11269336"/>
              <a:gd name="connsiteY252" fmla="*/ 2285511 h 2323145"/>
              <a:gd name="connsiteX253" fmla="*/ 23798 w 11269336"/>
              <a:gd name="connsiteY253" fmla="*/ 2281822 h 2323145"/>
              <a:gd name="connsiteX254" fmla="*/ 0 w 11269336"/>
              <a:gd name="connsiteY254" fmla="*/ 2285369 h 2323145"/>
              <a:gd name="connsiteX255" fmla="*/ 0 w 11269336"/>
              <a:gd name="connsiteY25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05765 w 11269336"/>
              <a:gd name="connsiteY144" fmla="*/ 2199902 h 2323145"/>
              <a:gd name="connsiteX145" fmla="*/ 4401354 w 11269336"/>
              <a:gd name="connsiteY145" fmla="*/ 2194745 h 2323145"/>
              <a:gd name="connsiteX146" fmla="*/ 4366646 w 11269336"/>
              <a:gd name="connsiteY146" fmla="*/ 2198564 h 2323145"/>
              <a:gd name="connsiteX147" fmla="*/ 4354009 w 11269336"/>
              <a:gd name="connsiteY147" fmla="*/ 2204984 h 2323145"/>
              <a:gd name="connsiteX148" fmla="*/ 4348284 w 11269336"/>
              <a:gd name="connsiteY148" fmla="*/ 2205270 h 2323145"/>
              <a:gd name="connsiteX149" fmla="*/ 4333906 w 11269336"/>
              <a:gd name="connsiteY149" fmla="*/ 2205251 h 2323145"/>
              <a:gd name="connsiteX150" fmla="*/ 4308819 w 11269336"/>
              <a:gd name="connsiteY150" fmla="*/ 2203822 h 2323145"/>
              <a:gd name="connsiteX151" fmla="*/ 4301210 w 11269336"/>
              <a:gd name="connsiteY151" fmla="*/ 2204456 h 2323145"/>
              <a:gd name="connsiteX152" fmla="*/ 4283095 w 11269336"/>
              <a:gd name="connsiteY152" fmla="*/ 2198177 h 2323145"/>
              <a:gd name="connsiteX153" fmla="*/ 4250119 w 11269336"/>
              <a:gd name="connsiteY153" fmla="*/ 2196342 h 2323145"/>
              <a:gd name="connsiteX154" fmla="*/ 4189203 w 11269336"/>
              <a:gd name="connsiteY154" fmla="*/ 2178994 h 2323145"/>
              <a:gd name="connsiteX155" fmla="*/ 4154035 w 11269336"/>
              <a:gd name="connsiteY155" fmla="*/ 2171950 h 2323145"/>
              <a:gd name="connsiteX156" fmla="*/ 4129569 w 11269336"/>
              <a:gd name="connsiteY156" fmla="*/ 2163850 h 2323145"/>
              <a:gd name="connsiteX157" fmla="*/ 4061250 w 11269336"/>
              <a:gd name="connsiteY157" fmla="*/ 2159236 h 2323145"/>
              <a:gd name="connsiteX158" fmla="*/ 3945480 w 11269336"/>
              <a:gd name="connsiteY158" fmla="*/ 2158279 h 2323145"/>
              <a:gd name="connsiteX159" fmla="*/ 3921468 w 11269336"/>
              <a:gd name="connsiteY159" fmla="*/ 2156588 h 2323145"/>
              <a:gd name="connsiteX160" fmla="*/ 3903348 w 11269336"/>
              <a:gd name="connsiteY160" fmla="*/ 2149220 h 2323145"/>
              <a:gd name="connsiteX161" fmla="*/ 3901342 w 11269336"/>
              <a:gd name="connsiteY161" fmla="*/ 2142355 h 2323145"/>
              <a:gd name="connsiteX162" fmla="*/ 3888539 w 11269336"/>
              <a:gd name="connsiteY162" fmla="*/ 2140476 h 2323145"/>
              <a:gd name="connsiteX163" fmla="*/ 3885662 w 11269336"/>
              <a:gd name="connsiteY163" fmla="*/ 2138740 h 2323145"/>
              <a:gd name="connsiteX164" fmla="*/ 3868627 w 11269336"/>
              <a:gd name="connsiteY164" fmla="*/ 2130023 h 2323145"/>
              <a:gd name="connsiteX165" fmla="*/ 3819177 w 11269336"/>
              <a:gd name="connsiteY165" fmla="*/ 2142111 h 2323145"/>
              <a:gd name="connsiteX166" fmla="*/ 3769100 w 11269336"/>
              <a:gd name="connsiteY166" fmla="*/ 2131731 h 2323145"/>
              <a:gd name="connsiteX167" fmla="*/ 3562752 w 11269336"/>
              <a:gd name="connsiteY167" fmla="*/ 2131785 h 2323145"/>
              <a:gd name="connsiteX168" fmla="*/ 3541402 w 11269336"/>
              <a:gd name="connsiteY168" fmla="*/ 2106821 h 2323145"/>
              <a:gd name="connsiteX169" fmla="*/ 3365341 w 11269336"/>
              <a:gd name="connsiteY169" fmla="*/ 2077638 h 2323145"/>
              <a:gd name="connsiteX170" fmla="*/ 3170922 w 11269336"/>
              <a:gd name="connsiteY170" fmla="*/ 2115957 h 2323145"/>
              <a:gd name="connsiteX171" fmla="*/ 3156256 w 11269336"/>
              <a:gd name="connsiteY171" fmla="*/ 2124773 h 2323145"/>
              <a:gd name="connsiteX172" fmla="*/ 3140298 w 11269336"/>
              <a:gd name="connsiteY172" fmla="*/ 2129182 h 2323145"/>
              <a:gd name="connsiteX173" fmla="*/ 3138514 w 11269336"/>
              <a:gd name="connsiteY173" fmla="*/ 2128069 h 2323145"/>
              <a:gd name="connsiteX174" fmla="*/ 3120467 w 11269336"/>
              <a:gd name="connsiteY174" fmla="*/ 2128281 h 2323145"/>
              <a:gd name="connsiteX175" fmla="*/ 3116175 w 11269336"/>
              <a:gd name="connsiteY175" fmla="*/ 2131633 h 2323145"/>
              <a:gd name="connsiteX176" fmla="*/ 3103685 w 11269336"/>
              <a:gd name="connsiteY176" fmla="*/ 2132814 h 2323145"/>
              <a:gd name="connsiteX177" fmla="*/ 3078794 w 11269336"/>
              <a:gd name="connsiteY177" fmla="*/ 2137935 h 2323145"/>
              <a:gd name="connsiteX178" fmla="*/ 3074407 w 11269336"/>
              <a:gd name="connsiteY178" fmla="*/ 2136274 h 2323145"/>
              <a:gd name="connsiteX179" fmla="*/ 3037285 w 11269336"/>
              <a:gd name="connsiteY179" fmla="*/ 2139919 h 2323145"/>
              <a:gd name="connsiteX180" fmla="*/ 3036901 w 11269336"/>
              <a:gd name="connsiteY180" fmla="*/ 2138726 h 2323145"/>
              <a:gd name="connsiteX181" fmla="*/ 3026996 w 11269336"/>
              <a:gd name="connsiteY181" fmla="*/ 2134322 h 2323145"/>
              <a:gd name="connsiteX182" fmla="*/ 3007772 w 11269336"/>
              <a:gd name="connsiteY182" fmla="*/ 2128742 h 2323145"/>
              <a:gd name="connsiteX183" fmla="*/ 2965030 w 11269336"/>
              <a:gd name="connsiteY183" fmla="*/ 2100494 h 2323145"/>
              <a:gd name="connsiteX184" fmla="*/ 2926342 w 11269336"/>
              <a:gd name="connsiteY184" fmla="*/ 2104155 h 2323145"/>
              <a:gd name="connsiteX185" fmla="*/ 2918608 w 11269336"/>
              <a:gd name="connsiteY185" fmla="*/ 2104215 h 2323145"/>
              <a:gd name="connsiteX186" fmla="*/ 2918475 w 11269336"/>
              <a:gd name="connsiteY186" fmla="*/ 2103937 h 2323145"/>
              <a:gd name="connsiteX187" fmla="*/ 2910360 w 11269336"/>
              <a:gd name="connsiteY187" fmla="*/ 2103444 h 2323145"/>
              <a:gd name="connsiteX188" fmla="*/ 2904507 w 11269336"/>
              <a:gd name="connsiteY188" fmla="*/ 2104326 h 2323145"/>
              <a:gd name="connsiteX189" fmla="*/ 2889503 w 11269336"/>
              <a:gd name="connsiteY189" fmla="*/ 2104443 h 2323145"/>
              <a:gd name="connsiteX190" fmla="*/ 2884480 w 11269336"/>
              <a:gd name="connsiteY190" fmla="*/ 2102626 h 2323145"/>
              <a:gd name="connsiteX191" fmla="*/ 2882689 w 11269336"/>
              <a:gd name="connsiteY191" fmla="*/ 2099228 h 2323145"/>
              <a:gd name="connsiteX192" fmla="*/ 2881291 w 11269336"/>
              <a:gd name="connsiteY192" fmla="*/ 2099618 h 2323145"/>
              <a:gd name="connsiteX193" fmla="*/ 2853979 w 11269336"/>
              <a:gd name="connsiteY193" fmla="*/ 2090388 h 2323145"/>
              <a:gd name="connsiteX194" fmla="*/ 2791790 w 11269336"/>
              <a:gd name="connsiteY194" fmla="*/ 2080332 h 2323145"/>
              <a:gd name="connsiteX195" fmla="*/ 2755844 w 11269336"/>
              <a:gd name="connsiteY195" fmla="*/ 2078874 h 2323145"/>
              <a:gd name="connsiteX196" fmla="*/ 2657742 w 11269336"/>
              <a:gd name="connsiteY196" fmla="*/ 2070179 h 2323145"/>
              <a:gd name="connsiteX197" fmla="*/ 2559549 w 11269336"/>
              <a:gd name="connsiteY197" fmla="*/ 2057873 h 2323145"/>
              <a:gd name="connsiteX198" fmla="*/ 2512054 w 11269336"/>
              <a:gd name="connsiteY198" fmla="*/ 2031671 h 2323145"/>
              <a:gd name="connsiteX199" fmla="*/ 2506437 w 11269336"/>
              <a:gd name="connsiteY199" fmla="*/ 2030918 h 2323145"/>
              <a:gd name="connsiteX200" fmla="*/ 2491752 w 11269336"/>
              <a:gd name="connsiteY200" fmla="*/ 2033906 h 2323145"/>
              <a:gd name="connsiteX201" fmla="*/ 2486338 w 11269336"/>
              <a:gd name="connsiteY201" fmla="*/ 2035862 h 2323145"/>
              <a:gd name="connsiteX202" fmla="*/ 2478186 w 11269336"/>
              <a:gd name="connsiteY202" fmla="*/ 2036953 h 2323145"/>
              <a:gd name="connsiteX203" fmla="*/ 2477950 w 11269336"/>
              <a:gd name="connsiteY203" fmla="*/ 2036715 h 2323145"/>
              <a:gd name="connsiteX204" fmla="*/ 2470381 w 11269336"/>
              <a:gd name="connsiteY204" fmla="*/ 2038256 h 2323145"/>
              <a:gd name="connsiteX205" fmla="*/ 2433781 w 11269336"/>
              <a:gd name="connsiteY205" fmla="*/ 2049140 h 2323145"/>
              <a:gd name="connsiteX206" fmla="*/ 2381172 w 11269336"/>
              <a:gd name="connsiteY206" fmla="*/ 2030645 h 2323145"/>
              <a:gd name="connsiteX207" fmla="*/ 2360198 w 11269336"/>
              <a:gd name="connsiteY207" fmla="*/ 2029059 h 2323145"/>
              <a:gd name="connsiteX208" fmla="*/ 2348815 w 11269336"/>
              <a:gd name="connsiteY208" fmla="*/ 2026798 h 2323145"/>
              <a:gd name="connsiteX209" fmla="*/ 2347988 w 11269336"/>
              <a:gd name="connsiteY209" fmla="*/ 2025745 h 2323145"/>
              <a:gd name="connsiteX210" fmla="*/ 2312920 w 11269336"/>
              <a:gd name="connsiteY210" fmla="*/ 2036311 h 2323145"/>
              <a:gd name="connsiteX211" fmla="*/ 2307986 w 11269336"/>
              <a:gd name="connsiteY211" fmla="*/ 2035583 h 2323145"/>
              <a:gd name="connsiteX212" fmla="*/ 2285481 w 11269336"/>
              <a:gd name="connsiteY212" fmla="*/ 2045197 h 2323145"/>
              <a:gd name="connsiteX213" fmla="*/ 2273666 w 11269336"/>
              <a:gd name="connsiteY213" fmla="*/ 2048710 h 2323145"/>
              <a:gd name="connsiteX214" fmla="*/ 2270719 w 11269336"/>
              <a:gd name="connsiteY214" fmla="*/ 2052702 h 2323145"/>
              <a:gd name="connsiteX215" fmla="*/ 2253080 w 11269336"/>
              <a:gd name="connsiteY215" fmla="*/ 2056363 h 2323145"/>
              <a:gd name="connsiteX216" fmla="*/ 2250906 w 11269336"/>
              <a:gd name="connsiteY216" fmla="*/ 2055654 h 2323145"/>
              <a:gd name="connsiteX217" fmla="*/ 2236905 w 11269336"/>
              <a:gd name="connsiteY217" fmla="*/ 2062882 h 2323145"/>
              <a:gd name="connsiteX218" fmla="*/ 2225830 w 11269336"/>
              <a:gd name="connsiteY218" fmla="*/ 2074027 h 2323145"/>
              <a:gd name="connsiteX219" fmla="*/ 2073776 w 11269336"/>
              <a:gd name="connsiteY219" fmla="*/ 2089244 h 2323145"/>
              <a:gd name="connsiteX220" fmla="*/ 1948256 w 11269336"/>
              <a:gd name="connsiteY220" fmla="*/ 2146616 h 2323145"/>
              <a:gd name="connsiteX221" fmla="*/ 1865582 w 11269336"/>
              <a:gd name="connsiteY221" fmla="*/ 2153738 h 2323145"/>
              <a:gd name="connsiteX222" fmla="*/ 1835210 w 11269336"/>
              <a:gd name="connsiteY222" fmla="*/ 2134244 h 2323145"/>
              <a:gd name="connsiteX223" fmla="*/ 1632661 w 11269336"/>
              <a:gd name="connsiteY223" fmla="*/ 2173882 h 2323145"/>
              <a:gd name="connsiteX224" fmla="*/ 1579590 w 11269336"/>
              <a:gd name="connsiteY224" fmla="*/ 2173680 h 2323145"/>
              <a:gd name="connsiteX225" fmla="*/ 1535601 w 11269336"/>
              <a:gd name="connsiteY225" fmla="*/ 2194590 h 2323145"/>
              <a:gd name="connsiteX226" fmla="*/ 1515594 w 11269336"/>
              <a:gd name="connsiteY226" fmla="*/ 2189622 h 2323145"/>
              <a:gd name="connsiteX227" fmla="*/ 1512113 w 11269336"/>
              <a:gd name="connsiteY227" fmla="*/ 2188534 h 2323145"/>
              <a:gd name="connsiteX228" fmla="*/ 1498838 w 11269336"/>
              <a:gd name="connsiteY228" fmla="*/ 2189213 h 2323145"/>
              <a:gd name="connsiteX229" fmla="*/ 1494279 w 11269336"/>
              <a:gd name="connsiteY229" fmla="*/ 2183112 h 2323145"/>
              <a:gd name="connsiteX230" fmla="*/ 1473714 w 11269336"/>
              <a:gd name="connsiteY230" fmla="*/ 2179625 h 2323145"/>
              <a:gd name="connsiteX231" fmla="*/ 1449503 w 11269336"/>
              <a:gd name="connsiteY231" fmla="*/ 2182633 h 2323145"/>
              <a:gd name="connsiteX232" fmla="*/ 1266687 w 11269336"/>
              <a:gd name="connsiteY232" fmla="*/ 2212688 h 2323145"/>
              <a:gd name="connsiteX233" fmla="*/ 1239614 w 11269336"/>
              <a:gd name="connsiteY233" fmla="*/ 2209727 h 2323145"/>
              <a:gd name="connsiteX234" fmla="*/ 1202436 w 11269336"/>
              <a:gd name="connsiteY234" fmla="*/ 2209817 h 2323145"/>
              <a:gd name="connsiteX235" fmla="*/ 1136097 w 11269336"/>
              <a:gd name="connsiteY235" fmla="*/ 2205112 h 2323145"/>
              <a:gd name="connsiteX236" fmla="*/ 988232 w 11269336"/>
              <a:gd name="connsiteY236" fmla="*/ 2235635 h 2323145"/>
              <a:gd name="connsiteX237" fmla="*/ 981959 w 11269336"/>
              <a:gd name="connsiteY237" fmla="*/ 2231607 h 2323145"/>
              <a:gd name="connsiteX238" fmla="*/ 938600 w 11269336"/>
              <a:gd name="connsiteY238" fmla="*/ 2238113 h 2323145"/>
              <a:gd name="connsiteX239" fmla="*/ 791788 w 11269336"/>
              <a:gd name="connsiteY239" fmla="*/ 2293224 h 2323145"/>
              <a:gd name="connsiteX240" fmla="*/ 706914 w 11269336"/>
              <a:gd name="connsiteY240" fmla="*/ 2305046 h 2323145"/>
              <a:gd name="connsiteX241" fmla="*/ 675971 w 11269336"/>
              <a:gd name="connsiteY241" fmla="*/ 2304030 h 2323145"/>
              <a:gd name="connsiteX242" fmla="*/ 624180 w 11269336"/>
              <a:gd name="connsiteY242" fmla="*/ 2302650 h 2323145"/>
              <a:gd name="connsiteX243" fmla="*/ 583453 w 11269336"/>
              <a:gd name="connsiteY243" fmla="*/ 2288788 h 2323145"/>
              <a:gd name="connsiteX244" fmla="*/ 540946 w 11269336"/>
              <a:gd name="connsiteY244" fmla="*/ 2292721 h 2323145"/>
              <a:gd name="connsiteX245" fmla="*/ 533680 w 11269336"/>
              <a:gd name="connsiteY245" fmla="*/ 2310233 h 2323145"/>
              <a:gd name="connsiteX246" fmla="*/ 487366 w 11269336"/>
              <a:gd name="connsiteY246" fmla="*/ 2309053 h 2323145"/>
              <a:gd name="connsiteX247" fmla="*/ 416820 w 11269336"/>
              <a:gd name="connsiteY247" fmla="*/ 2305443 h 2323145"/>
              <a:gd name="connsiteX248" fmla="*/ 376805 w 11269336"/>
              <a:gd name="connsiteY248" fmla="*/ 2307647 h 2323145"/>
              <a:gd name="connsiteX249" fmla="*/ 266777 w 11269336"/>
              <a:gd name="connsiteY249" fmla="*/ 2309012 h 2323145"/>
              <a:gd name="connsiteX250" fmla="*/ 156013 w 11269336"/>
              <a:gd name="connsiteY250" fmla="*/ 2306832 h 2323145"/>
              <a:gd name="connsiteX251" fmla="*/ 87258 w 11269336"/>
              <a:gd name="connsiteY251" fmla="*/ 2285511 h 2323145"/>
              <a:gd name="connsiteX252" fmla="*/ 23798 w 11269336"/>
              <a:gd name="connsiteY252" fmla="*/ 2281822 h 2323145"/>
              <a:gd name="connsiteX253" fmla="*/ 0 w 11269336"/>
              <a:gd name="connsiteY253" fmla="*/ 2285369 h 2323145"/>
              <a:gd name="connsiteX254" fmla="*/ 0 w 11269336"/>
              <a:gd name="connsiteY25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67257 w 11269336"/>
              <a:gd name="connsiteY142" fmla="*/ 2196121 h 2323145"/>
              <a:gd name="connsiteX143" fmla="*/ 4405765 w 11269336"/>
              <a:gd name="connsiteY143" fmla="*/ 2199902 h 2323145"/>
              <a:gd name="connsiteX144" fmla="*/ 4401354 w 11269336"/>
              <a:gd name="connsiteY144" fmla="*/ 2194745 h 2323145"/>
              <a:gd name="connsiteX145" fmla="*/ 4366646 w 11269336"/>
              <a:gd name="connsiteY145" fmla="*/ 2198564 h 2323145"/>
              <a:gd name="connsiteX146" fmla="*/ 4354009 w 11269336"/>
              <a:gd name="connsiteY146" fmla="*/ 2204984 h 2323145"/>
              <a:gd name="connsiteX147" fmla="*/ 4348284 w 11269336"/>
              <a:gd name="connsiteY147" fmla="*/ 2205270 h 2323145"/>
              <a:gd name="connsiteX148" fmla="*/ 4333906 w 11269336"/>
              <a:gd name="connsiteY148" fmla="*/ 2205251 h 2323145"/>
              <a:gd name="connsiteX149" fmla="*/ 4308819 w 11269336"/>
              <a:gd name="connsiteY149" fmla="*/ 2203822 h 2323145"/>
              <a:gd name="connsiteX150" fmla="*/ 4301210 w 11269336"/>
              <a:gd name="connsiteY150" fmla="*/ 2204456 h 2323145"/>
              <a:gd name="connsiteX151" fmla="*/ 4283095 w 11269336"/>
              <a:gd name="connsiteY151" fmla="*/ 2198177 h 2323145"/>
              <a:gd name="connsiteX152" fmla="*/ 4250119 w 11269336"/>
              <a:gd name="connsiteY152" fmla="*/ 2196342 h 2323145"/>
              <a:gd name="connsiteX153" fmla="*/ 4189203 w 11269336"/>
              <a:gd name="connsiteY153" fmla="*/ 2178994 h 2323145"/>
              <a:gd name="connsiteX154" fmla="*/ 4154035 w 11269336"/>
              <a:gd name="connsiteY154" fmla="*/ 2171950 h 2323145"/>
              <a:gd name="connsiteX155" fmla="*/ 4129569 w 11269336"/>
              <a:gd name="connsiteY155" fmla="*/ 2163850 h 2323145"/>
              <a:gd name="connsiteX156" fmla="*/ 4061250 w 11269336"/>
              <a:gd name="connsiteY156" fmla="*/ 2159236 h 2323145"/>
              <a:gd name="connsiteX157" fmla="*/ 3945480 w 11269336"/>
              <a:gd name="connsiteY157" fmla="*/ 2158279 h 2323145"/>
              <a:gd name="connsiteX158" fmla="*/ 3921468 w 11269336"/>
              <a:gd name="connsiteY158" fmla="*/ 2156588 h 2323145"/>
              <a:gd name="connsiteX159" fmla="*/ 3903348 w 11269336"/>
              <a:gd name="connsiteY159" fmla="*/ 2149220 h 2323145"/>
              <a:gd name="connsiteX160" fmla="*/ 3901342 w 11269336"/>
              <a:gd name="connsiteY160" fmla="*/ 2142355 h 2323145"/>
              <a:gd name="connsiteX161" fmla="*/ 3888539 w 11269336"/>
              <a:gd name="connsiteY161" fmla="*/ 2140476 h 2323145"/>
              <a:gd name="connsiteX162" fmla="*/ 3885662 w 11269336"/>
              <a:gd name="connsiteY162" fmla="*/ 2138740 h 2323145"/>
              <a:gd name="connsiteX163" fmla="*/ 3868627 w 11269336"/>
              <a:gd name="connsiteY163" fmla="*/ 2130023 h 2323145"/>
              <a:gd name="connsiteX164" fmla="*/ 3819177 w 11269336"/>
              <a:gd name="connsiteY164" fmla="*/ 2142111 h 2323145"/>
              <a:gd name="connsiteX165" fmla="*/ 3769100 w 11269336"/>
              <a:gd name="connsiteY165" fmla="*/ 2131731 h 2323145"/>
              <a:gd name="connsiteX166" fmla="*/ 3562752 w 11269336"/>
              <a:gd name="connsiteY166" fmla="*/ 2131785 h 2323145"/>
              <a:gd name="connsiteX167" fmla="*/ 3541402 w 11269336"/>
              <a:gd name="connsiteY167" fmla="*/ 2106821 h 2323145"/>
              <a:gd name="connsiteX168" fmla="*/ 3365341 w 11269336"/>
              <a:gd name="connsiteY168" fmla="*/ 2077638 h 2323145"/>
              <a:gd name="connsiteX169" fmla="*/ 3170922 w 11269336"/>
              <a:gd name="connsiteY169" fmla="*/ 2115957 h 2323145"/>
              <a:gd name="connsiteX170" fmla="*/ 3156256 w 11269336"/>
              <a:gd name="connsiteY170" fmla="*/ 2124773 h 2323145"/>
              <a:gd name="connsiteX171" fmla="*/ 3140298 w 11269336"/>
              <a:gd name="connsiteY171" fmla="*/ 2129182 h 2323145"/>
              <a:gd name="connsiteX172" fmla="*/ 3138514 w 11269336"/>
              <a:gd name="connsiteY172" fmla="*/ 2128069 h 2323145"/>
              <a:gd name="connsiteX173" fmla="*/ 3120467 w 11269336"/>
              <a:gd name="connsiteY173" fmla="*/ 2128281 h 2323145"/>
              <a:gd name="connsiteX174" fmla="*/ 3116175 w 11269336"/>
              <a:gd name="connsiteY174" fmla="*/ 2131633 h 2323145"/>
              <a:gd name="connsiteX175" fmla="*/ 3103685 w 11269336"/>
              <a:gd name="connsiteY175" fmla="*/ 2132814 h 2323145"/>
              <a:gd name="connsiteX176" fmla="*/ 3078794 w 11269336"/>
              <a:gd name="connsiteY176" fmla="*/ 2137935 h 2323145"/>
              <a:gd name="connsiteX177" fmla="*/ 3074407 w 11269336"/>
              <a:gd name="connsiteY177" fmla="*/ 2136274 h 2323145"/>
              <a:gd name="connsiteX178" fmla="*/ 3037285 w 11269336"/>
              <a:gd name="connsiteY178" fmla="*/ 2139919 h 2323145"/>
              <a:gd name="connsiteX179" fmla="*/ 3036901 w 11269336"/>
              <a:gd name="connsiteY179" fmla="*/ 2138726 h 2323145"/>
              <a:gd name="connsiteX180" fmla="*/ 3026996 w 11269336"/>
              <a:gd name="connsiteY180" fmla="*/ 2134322 h 2323145"/>
              <a:gd name="connsiteX181" fmla="*/ 3007772 w 11269336"/>
              <a:gd name="connsiteY181" fmla="*/ 2128742 h 2323145"/>
              <a:gd name="connsiteX182" fmla="*/ 2965030 w 11269336"/>
              <a:gd name="connsiteY182" fmla="*/ 2100494 h 2323145"/>
              <a:gd name="connsiteX183" fmla="*/ 2926342 w 11269336"/>
              <a:gd name="connsiteY183" fmla="*/ 2104155 h 2323145"/>
              <a:gd name="connsiteX184" fmla="*/ 2918608 w 11269336"/>
              <a:gd name="connsiteY184" fmla="*/ 2104215 h 2323145"/>
              <a:gd name="connsiteX185" fmla="*/ 2918475 w 11269336"/>
              <a:gd name="connsiteY185" fmla="*/ 2103937 h 2323145"/>
              <a:gd name="connsiteX186" fmla="*/ 2910360 w 11269336"/>
              <a:gd name="connsiteY186" fmla="*/ 2103444 h 2323145"/>
              <a:gd name="connsiteX187" fmla="*/ 2904507 w 11269336"/>
              <a:gd name="connsiteY187" fmla="*/ 2104326 h 2323145"/>
              <a:gd name="connsiteX188" fmla="*/ 2889503 w 11269336"/>
              <a:gd name="connsiteY188" fmla="*/ 2104443 h 2323145"/>
              <a:gd name="connsiteX189" fmla="*/ 2884480 w 11269336"/>
              <a:gd name="connsiteY189" fmla="*/ 2102626 h 2323145"/>
              <a:gd name="connsiteX190" fmla="*/ 2882689 w 11269336"/>
              <a:gd name="connsiteY190" fmla="*/ 2099228 h 2323145"/>
              <a:gd name="connsiteX191" fmla="*/ 2881291 w 11269336"/>
              <a:gd name="connsiteY191" fmla="*/ 2099618 h 2323145"/>
              <a:gd name="connsiteX192" fmla="*/ 2853979 w 11269336"/>
              <a:gd name="connsiteY192" fmla="*/ 2090388 h 2323145"/>
              <a:gd name="connsiteX193" fmla="*/ 2791790 w 11269336"/>
              <a:gd name="connsiteY193" fmla="*/ 2080332 h 2323145"/>
              <a:gd name="connsiteX194" fmla="*/ 2755844 w 11269336"/>
              <a:gd name="connsiteY194" fmla="*/ 2078874 h 2323145"/>
              <a:gd name="connsiteX195" fmla="*/ 2657742 w 11269336"/>
              <a:gd name="connsiteY195" fmla="*/ 2070179 h 2323145"/>
              <a:gd name="connsiteX196" fmla="*/ 2559549 w 11269336"/>
              <a:gd name="connsiteY196" fmla="*/ 2057873 h 2323145"/>
              <a:gd name="connsiteX197" fmla="*/ 2512054 w 11269336"/>
              <a:gd name="connsiteY197" fmla="*/ 2031671 h 2323145"/>
              <a:gd name="connsiteX198" fmla="*/ 2506437 w 11269336"/>
              <a:gd name="connsiteY198" fmla="*/ 2030918 h 2323145"/>
              <a:gd name="connsiteX199" fmla="*/ 2491752 w 11269336"/>
              <a:gd name="connsiteY199" fmla="*/ 2033906 h 2323145"/>
              <a:gd name="connsiteX200" fmla="*/ 2486338 w 11269336"/>
              <a:gd name="connsiteY200" fmla="*/ 2035862 h 2323145"/>
              <a:gd name="connsiteX201" fmla="*/ 2478186 w 11269336"/>
              <a:gd name="connsiteY201" fmla="*/ 2036953 h 2323145"/>
              <a:gd name="connsiteX202" fmla="*/ 2477950 w 11269336"/>
              <a:gd name="connsiteY202" fmla="*/ 2036715 h 2323145"/>
              <a:gd name="connsiteX203" fmla="*/ 2470381 w 11269336"/>
              <a:gd name="connsiteY203" fmla="*/ 2038256 h 2323145"/>
              <a:gd name="connsiteX204" fmla="*/ 2433781 w 11269336"/>
              <a:gd name="connsiteY204" fmla="*/ 2049140 h 2323145"/>
              <a:gd name="connsiteX205" fmla="*/ 2381172 w 11269336"/>
              <a:gd name="connsiteY205" fmla="*/ 2030645 h 2323145"/>
              <a:gd name="connsiteX206" fmla="*/ 2360198 w 11269336"/>
              <a:gd name="connsiteY206" fmla="*/ 2029059 h 2323145"/>
              <a:gd name="connsiteX207" fmla="*/ 2348815 w 11269336"/>
              <a:gd name="connsiteY207" fmla="*/ 2026798 h 2323145"/>
              <a:gd name="connsiteX208" fmla="*/ 2347988 w 11269336"/>
              <a:gd name="connsiteY208" fmla="*/ 2025745 h 2323145"/>
              <a:gd name="connsiteX209" fmla="*/ 2312920 w 11269336"/>
              <a:gd name="connsiteY209" fmla="*/ 2036311 h 2323145"/>
              <a:gd name="connsiteX210" fmla="*/ 2307986 w 11269336"/>
              <a:gd name="connsiteY210" fmla="*/ 2035583 h 2323145"/>
              <a:gd name="connsiteX211" fmla="*/ 2285481 w 11269336"/>
              <a:gd name="connsiteY211" fmla="*/ 2045197 h 2323145"/>
              <a:gd name="connsiteX212" fmla="*/ 2273666 w 11269336"/>
              <a:gd name="connsiteY212" fmla="*/ 2048710 h 2323145"/>
              <a:gd name="connsiteX213" fmla="*/ 2270719 w 11269336"/>
              <a:gd name="connsiteY213" fmla="*/ 2052702 h 2323145"/>
              <a:gd name="connsiteX214" fmla="*/ 2253080 w 11269336"/>
              <a:gd name="connsiteY214" fmla="*/ 2056363 h 2323145"/>
              <a:gd name="connsiteX215" fmla="*/ 2250906 w 11269336"/>
              <a:gd name="connsiteY215" fmla="*/ 2055654 h 2323145"/>
              <a:gd name="connsiteX216" fmla="*/ 2236905 w 11269336"/>
              <a:gd name="connsiteY216" fmla="*/ 2062882 h 2323145"/>
              <a:gd name="connsiteX217" fmla="*/ 2225830 w 11269336"/>
              <a:gd name="connsiteY217" fmla="*/ 2074027 h 2323145"/>
              <a:gd name="connsiteX218" fmla="*/ 2073776 w 11269336"/>
              <a:gd name="connsiteY218" fmla="*/ 2089244 h 2323145"/>
              <a:gd name="connsiteX219" fmla="*/ 1948256 w 11269336"/>
              <a:gd name="connsiteY219" fmla="*/ 2146616 h 2323145"/>
              <a:gd name="connsiteX220" fmla="*/ 1865582 w 11269336"/>
              <a:gd name="connsiteY220" fmla="*/ 2153738 h 2323145"/>
              <a:gd name="connsiteX221" fmla="*/ 1835210 w 11269336"/>
              <a:gd name="connsiteY221" fmla="*/ 2134244 h 2323145"/>
              <a:gd name="connsiteX222" fmla="*/ 1632661 w 11269336"/>
              <a:gd name="connsiteY222" fmla="*/ 2173882 h 2323145"/>
              <a:gd name="connsiteX223" fmla="*/ 1579590 w 11269336"/>
              <a:gd name="connsiteY223" fmla="*/ 2173680 h 2323145"/>
              <a:gd name="connsiteX224" fmla="*/ 1535601 w 11269336"/>
              <a:gd name="connsiteY224" fmla="*/ 2194590 h 2323145"/>
              <a:gd name="connsiteX225" fmla="*/ 1515594 w 11269336"/>
              <a:gd name="connsiteY225" fmla="*/ 2189622 h 2323145"/>
              <a:gd name="connsiteX226" fmla="*/ 1512113 w 11269336"/>
              <a:gd name="connsiteY226" fmla="*/ 2188534 h 2323145"/>
              <a:gd name="connsiteX227" fmla="*/ 1498838 w 11269336"/>
              <a:gd name="connsiteY227" fmla="*/ 2189213 h 2323145"/>
              <a:gd name="connsiteX228" fmla="*/ 1494279 w 11269336"/>
              <a:gd name="connsiteY228" fmla="*/ 2183112 h 2323145"/>
              <a:gd name="connsiteX229" fmla="*/ 1473714 w 11269336"/>
              <a:gd name="connsiteY229" fmla="*/ 2179625 h 2323145"/>
              <a:gd name="connsiteX230" fmla="*/ 1449503 w 11269336"/>
              <a:gd name="connsiteY230" fmla="*/ 2182633 h 2323145"/>
              <a:gd name="connsiteX231" fmla="*/ 1266687 w 11269336"/>
              <a:gd name="connsiteY231" fmla="*/ 2212688 h 2323145"/>
              <a:gd name="connsiteX232" fmla="*/ 1239614 w 11269336"/>
              <a:gd name="connsiteY232" fmla="*/ 2209727 h 2323145"/>
              <a:gd name="connsiteX233" fmla="*/ 1202436 w 11269336"/>
              <a:gd name="connsiteY233" fmla="*/ 2209817 h 2323145"/>
              <a:gd name="connsiteX234" fmla="*/ 1136097 w 11269336"/>
              <a:gd name="connsiteY234" fmla="*/ 2205112 h 2323145"/>
              <a:gd name="connsiteX235" fmla="*/ 988232 w 11269336"/>
              <a:gd name="connsiteY235" fmla="*/ 2235635 h 2323145"/>
              <a:gd name="connsiteX236" fmla="*/ 981959 w 11269336"/>
              <a:gd name="connsiteY236" fmla="*/ 2231607 h 2323145"/>
              <a:gd name="connsiteX237" fmla="*/ 938600 w 11269336"/>
              <a:gd name="connsiteY237" fmla="*/ 2238113 h 2323145"/>
              <a:gd name="connsiteX238" fmla="*/ 791788 w 11269336"/>
              <a:gd name="connsiteY238" fmla="*/ 2293224 h 2323145"/>
              <a:gd name="connsiteX239" fmla="*/ 706914 w 11269336"/>
              <a:gd name="connsiteY239" fmla="*/ 2305046 h 2323145"/>
              <a:gd name="connsiteX240" fmla="*/ 675971 w 11269336"/>
              <a:gd name="connsiteY240" fmla="*/ 2304030 h 2323145"/>
              <a:gd name="connsiteX241" fmla="*/ 624180 w 11269336"/>
              <a:gd name="connsiteY241" fmla="*/ 2302650 h 2323145"/>
              <a:gd name="connsiteX242" fmla="*/ 583453 w 11269336"/>
              <a:gd name="connsiteY242" fmla="*/ 2288788 h 2323145"/>
              <a:gd name="connsiteX243" fmla="*/ 540946 w 11269336"/>
              <a:gd name="connsiteY243" fmla="*/ 2292721 h 2323145"/>
              <a:gd name="connsiteX244" fmla="*/ 533680 w 11269336"/>
              <a:gd name="connsiteY244" fmla="*/ 2310233 h 2323145"/>
              <a:gd name="connsiteX245" fmla="*/ 487366 w 11269336"/>
              <a:gd name="connsiteY245" fmla="*/ 2309053 h 2323145"/>
              <a:gd name="connsiteX246" fmla="*/ 416820 w 11269336"/>
              <a:gd name="connsiteY246" fmla="*/ 2305443 h 2323145"/>
              <a:gd name="connsiteX247" fmla="*/ 376805 w 11269336"/>
              <a:gd name="connsiteY247" fmla="*/ 2307647 h 2323145"/>
              <a:gd name="connsiteX248" fmla="*/ 266777 w 11269336"/>
              <a:gd name="connsiteY248" fmla="*/ 2309012 h 2323145"/>
              <a:gd name="connsiteX249" fmla="*/ 156013 w 11269336"/>
              <a:gd name="connsiteY249" fmla="*/ 2306832 h 2323145"/>
              <a:gd name="connsiteX250" fmla="*/ 87258 w 11269336"/>
              <a:gd name="connsiteY250" fmla="*/ 2285511 h 2323145"/>
              <a:gd name="connsiteX251" fmla="*/ 23798 w 11269336"/>
              <a:gd name="connsiteY251" fmla="*/ 2281822 h 2323145"/>
              <a:gd name="connsiteX252" fmla="*/ 0 w 11269336"/>
              <a:gd name="connsiteY252" fmla="*/ 2285369 h 2323145"/>
              <a:gd name="connsiteX253" fmla="*/ 0 w 11269336"/>
              <a:gd name="connsiteY25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67257 w 11269336"/>
              <a:gd name="connsiteY141" fmla="*/ 2196121 h 2323145"/>
              <a:gd name="connsiteX142" fmla="*/ 4405765 w 11269336"/>
              <a:gd name="connsiteY142" fmla="*/ 2199902 h 2323145"/>
              <a:gd name="connsiteX143" fmla="*/ 4401354 w 11269336"/>
              <a:gd name="connsiteY143" fmla="*/ 2194745 h 2323145"/>
              <a:gd name="connsiteX144" fmla="*/ 4366646 w 11269336"/>
              <a:gd name="connsiteY144" fmla="*/ 2198564 h 2323145"/>
              <a:gd name="connsiteX145" fmla="*/ 4354009 w 11269336"/>
              <a:gd name="connsiteY145" fmla="*/ 2204984 h 2323145"/>
              <a:gd name="connsiteX146" fmla="*/ 4348284 w 11269336"/>
              <a:gd name="connsiteY146" fmla="*/ 2205270 h 2323145"/>
              <a:gd name="connsiteX147" fmla="*/ 4333906 w 11269336"/>
              <a:gd name="connsiteY147" fmla="*/ 2205251 h 2323145"/>
              <a:gd name="connsiteX148" fmla="*/ 4308819 w 11269336"/>
              <a:gd name="connsiteY148" fmla="*/ 2203822 h 2323145"/>
              <a:gd name="connsiteX149" fmla="*/ 4301210 w 11269336"/>
              <a:gd name="connsiteY149" fmla="*/ 2204456 h 2323145"/>
              <a:gd name="connsiteX150" fmla="*/ 4283095 w 11269336"/>
              <a:gd name="connsiteY150" fmla="*/ 2198177 h 2323145"/>
              <a:gd name="connsiteX151" fmla="*/ 4250119 w 11269336"/>
              <a:gd name="connsiteY151" fmla="*/ 2196342 h 2323145"/>
              <a:gd name="connsiteX152" fmla="*/ 4189203 w 11269336"/>
              <a:gd name="connsiteY152" fmla="*/ 2178994 h 2323145"/>
              <a:gd name="connsiteX153" fmla="*/ 4154035 w 11269336"/>
              <a:gd name="connsiteY153" fmla="*/ 2171950 h 2323145"/>
              <a:gd name="connsiteX154" fmla="*/ 4129569 w 11269336"/>
              <a:gd name="connsiteY154" fmla="*/ 2163850 h 2323145"/>
              <a:gd name="connsiteX155" fmla="*/ 4061250 w 11269336"/>
              <a:gd name="connsiteY155" fmla="*/ 2159236 h 2323145"/>
              <a:gd name="connsiteX156" fmla="*/ 3945480 w 11269336"/>
              <a:gd name="connsiteY156" fmla="*/ 2158279 h 2323145"/>
              <a:gd name="connsiteX157" fmla="*/ 3921468 w 11269336"/>
              <a:gd name="connsiteY157" fmla="*/ 2156588 h 2323145"/>
              <a:gd name="connsiteX158" fmla="*/ 3903348 w 11269336"/>
              <a:gd name="connsiteY158" fmla="*/ 2149220 h 2323145"/>
              <a:gd name="connsiteX159" fmla="*/ 3901342 w 11269336"/>
              <a:gd name="connsiteY159" fmla="*/ 2142355 h 2323145"/>
              <a:gd name="connsiteX160" fmla="*/ 3888539 w 11269336"/>
              <a:gd name="connsiteY160" fmla="*/ 2140476 h 2323145"/>
              <a:gd name="connsiteX161" fmla="*/ 3885662 w 11269336"/>
              <a:gd name="connsiteY161" fmla="*/ 2138740 h 2323145"/>
              <a:gd name="connsiteX162" fmla="*/ 3868627 w 11269336"/>
              <a:gd name="connsiteY162" fmla="*/ 2130023 h 2323145"/>
              <a:gd name="connsiteX163" fmla="*/ 3819177 w 11269336"/>
              <a:gd name="connsiteY163" fmla="*/ 2142111 h 2323145"/>
              <a:gd name="connsiteX164" fmla="*/ 3769100 w 11269336"/>
              <a:gd name="connsiteY164" fmla="*/ 2131731 h 2323145"/>
              <a:gd name="connsiteX165" fmla="*/ 3562752 w 11269336"/>
              <a:gd name="connsiteY165" fmla="*/ 2131785 h 2323145"/>
              <a:gd name="connsiteX166" fmla="*/ 3541402 w 11269336"/>
              <a:gd name="connsiteY166" fmla="*/ 2106821 h 2323145"/>
              <a:gd name="connsiteX167" fmla="*/ 3365341 w 11269336"/>
              <a:gd name="connsiteY167" fmla="*/ 2077638 h 2323145"/>
              <a:gd name="connsiteX168" fmla="*/ 3170922 w 11269336"/>
              <a:gd name="connsiteY168" fmla="*/ 2115957 h 2323145"/>
              <a:gd name="connsiteX169" fmla="*/ 3156256 w 11269336"/>
              <a:gd name="connsiteY169" fmla="*/ 2124773 h 2323145"/>
              <a:gd name="connsiteX170" fmla="*/ 3140298 w 11269336"/>
              <a:gd name="connsiteY170" fmla="*/ 2129182 h 2323145"/>
              <a:gd name="connsiteX171" fmla="*/ 3138514 w 11269336"/>
              <a:gd name="connsiteY171" fmla="*/ 2128069 h 2323145"/>
              <a:gd name="connsiteX172" fmla="*/ 3120467 w 11269336"/>
              <a:gd name="connsiteY172" fmla="*/ 2128281 h 2323145"/>
              <a:gd name="connsiteX173" fmla="*/ 3116175 w 11269336"/>
              <a:gd name="connsiteY173" fmla="*/ 2131633 h 2323145"/>
              <a:gd name="connsiteX174" fmla="*/ 3103685 w 11269336"/>
              <a:gd name="connsiteY174" fmla="*/ 2132814 h 2323145"/>
              <a:gd name="connsiteX175" fmla="*/ 3078794 w 11269336"/>
              <a:gd name="connsiteY175" fmla="*/ 2137935 h 2323145"/>
              <a:gd name="connsiteX176" fmla="*/ 3074407 w 11269336"/>
              <a:gd name="connsiteY176" fmla="*/ 2136274 h 2323145"/>
              <a:gd name="connsiteX177" fmla="*/ 3037285 w 11269336"/>
              <a:gd name="connsiteY177" fmla="*/ 2139919 h 2323145"/>
              <a:gd name="connsiteX178" fmla="*/ 3036901 w 11269336"/>
              <a:gd name="connsiteY178" fmla="*/ 2138726 h 2323145"/>
              <a:gd name="connsiteX179" fmla="*/ 3026996 w 11269336"/>
              <a:gd name="connsiteY179" fmla="*/ 2134322 h 2323145"/>
              <a:gd name="connsiteX180" fmla="*/ 3007772 w 11269336"/>
              <a:gd name="connsiteY180" fmla="*/ 2128742 h 2323145"/>
              <a:gd name="connsiteX181" fmla="*/ 2965030 w 11269336"/>
              <a:gd name="connsiteY181" fmla="*/ 2100494 h 2323145"/>
              <a:gd name="connsiteX182" fmla="*/ 2926342 w 11269336"/>
              <a:gd name="connsiteY182" fmla="*/ 2104155 h 2323145"/>
              <a:gd name="connsiteX183" fmla="*/ 2918608 w 11269336"/>
              <a:gd name="connsiteY183" fmla="*/ 2104215 h 2323145"/>
              <a:gd name="connsiteX184" fmla="*/ 2918475 w 11269336"/>
              <a:gd name="connsiteY184" fmla="*/ 2103937 h 2323145"/>
              <a:gd name="connsiteX185" fmla="*/ 2910360 w 11269336"/>
              <a:gd name="connsiteY185" fmla="*/ 2103444 h 2323145"/>
              <a:gd name="connsiteX186" fmla="*/ 2904507 w 11269336"/>
              <a:gd name="connsiteY186" fmla="*/ 2104326 h 2323145"/>
              <a:gd name="connsiteX187" fmla="*/ 2889503 w 11269336"/>
              <a:gd name="connsiteY187" fmla="*/ 2104443 h 2323145"/>
              <a:gd name="connsiteX188" fmla="*/ 2884480 w 11269336"/>
              <a:gd name="connsiteY188" fmla="*/ 2102626 h 2323145"/>
              <a:gd name="connsiteX189" fmla="*/ 2882689 w 11269336"/>
              <a:gd name="connsiteY189" fmla="*/ 2099228 h 2323145"/>
              <a:gd name="connsiteX190" fmla="*/ 2881291 w 11269336"/>
              <a:gd name="connsiteY190" fmla="*/ 2099618 h 2323145"/>
              <a:gd name="connsiteX191" fmla="*/ 2853979 w 11269336"/>
              <a:gd name="connsiteY191" fmla="*/ 2090388 h 2323145"/>
              <a:gd name="connsiteX192" fmla="*/ 2791790 w 11269336"/>
              <a:gd name="connsiteY192" fmla="*/ 2080332 h 2323145"/>
              <a:gd name="connsiteX193" fmla="*/ 2755844 w 11269336"/>
              <a:gd name="connsiteY193" fmla="*/ 2078874 h 2323145"/>
              <a:gd name="connsiteX194" fmla="*/ 2657742 w 11269336"/>
              <a:gd name="connsiteY194" fmla="*/ 2070179 h 2323145"/>
              <a:gd name="connsiteX195" fmla="*/ 2559549 w 11269336"/>
              <a:gd name="connsiteY195" fmla="*/ 2057873 h 2323145"/>
              <a:gd name="connsiteX196" fmla="*/ 2512054 w 11269336"/>
              <a:gd name="connsiteY196" fmla="*/ 2031671 h 2323145"/>
              <a:gd name="connsiteX197" fmla="*/ 2506437 w 11269336"/>
              <a:gd name="connsiteY197" fmla="*/ 2030918 h 2323145"/>
              <a:gd name="connsiteX198" fmla="*/ 2491752 w 11269336"/>
              <a:gd name="connsiteY198" fmla="*/ 2033906 h 2323145"/>
              <a:gd name="connsiteX199" fmla="*/ 2486338 w 11269336"/>
              <a:gd name="connsiteY199" fmla="*/ 2035862 h 2323145"/>
              <a:gd name="connsiteX200" fmla="*/ 2478186 w 11269336"/>
              <a:gd name="connsiteY200" fmla="*/ 2036953 h 2323145"/>
              <a:gd name="connsiteX201" fmla="*/ 2477950 w 11269336"/>
              <a:gd name="connsiteY201" fmla="*/ 2036715 h 2323145"/>
              <a:gd name="connsiteX202" fmla="*/ 2470381 w 11269336"/>
              <a:gd name="connsiteY202" fmla="*/ 2038256 h 2323145"/>
              <a:gd name="connsiteX203" fmla="*/ 2433781 w 11269336"/>
              <a:gd name="connsiteY203" fmla="*/ 2049140 h 2323145"/>
              <a:gd name="connsiteX204" fmla="*/ 2381172 w 11269336"/>
              <a:gd name="connsiteY204" fmla="*/ 2030645 h 2323145"/>
              <a:gd name="connsiteX205" fmla="*/ 2360198 w 11269336"/>
              <a:gd name="connsiteY205" fmla="*/ 2029059 h 2323145"/>
              <a:gd name="connsiteX206" fmla="*/ 2348815 w 11269336"/>
              <a:gd name="connsiteY206" fmla="*/ 2026798 h 2323145"/>
              <a:gd name="connsiteX207" fmla="*/ 2347988 w 11269336"/>
              <a:gd name="connsiteY207" fmla="*/ 2025745 h 2323145"/>
              <a:gd name="connsiteX208" fmla="*/ 2312920 w 11269336"/>
              <a:gd name="connsiteY208" fmla="*/ 2036311 h 2323145"/>
              <a:gd name="connsiteX209" fmla="*/ 2307986 w 11269336"/>
              <a:gd name="connsiteY209" fmla="*/ 2035583 h 2323145"/>
              <a:gd name="connsiteX210" fmla="*/ 2285481 w 11269336"/>
              <a:gd name="connsiteY210" fmla="*/ 2045197 h 2323145"/>
              <a:gd name="connsiteX211" fmla="*/ 2273666 w 11269336"/>
              <a:gd name="connsiteY211" fmla="*/ 2048710 h 2323145"/>
              <a:gd name="connsiteX212" fmla="*/ 2270719 w 11269336"/>
              <a:gd name="connsiteY212" fmla="*/ 2052702 h 2323145"/>
              <a:gd name="connsiteX213" fmla="*/ 2253080 w 11269336"/>
              <a:gd name="connsiteY213" fmla="*/ 2056363 h 2323145"/>
              <a:gd name="connsiteX214" fmla="*/ 2250906 w 11269336"/>
              <a:gd name="connsiteY214" fmla="*/ 2055654 h 2323145"/>
              <a:gd name="connsiteX215" fmla="*/ 2236905 w 11269336"/>
              <a:gd name="connsiteY215" fmla="*/ 2062882 h 2323145"/>
              <a:gd name="connsiteX216" fmla="*/ 2225830 w 11269336"/>
              <a:gd name="connsiteY216" fmla="*/ 2074027 h 2323145"/>
              <a:gd name="connsiteX217" fmla="*/ 2073776 w 11269336"/>
              <a:gd name="connsiteY217" fmla="*/ 2089244 h 2323145"/>
              <a:gd name="connsiteX218" fmla="*/ 1948256 w 11269336"/>
              <a:gd name="connsiteY218" fmla="*/ 2146616 h 2323145"/>
              <a:gd name="connsiteX219" fmla="*/ 1865582 w 11269336"/>
              <a:gd name="connsiteY219" fmla="*/ 2153738 h 2323145"/>
              <a:gd name="connsiteX220" fmla="*/ 1835210 w 11269336"/>
              <a:gd name="connsiteY220" fmla="*/ 2134244 h 2323145"/>
              <a:gd name="connsiteX221" fmla="*/ 1632661 w 11269336"/>
              <a:gd name="connsiteY221" fmla="*/ 2173882 h 2323145"/>
              <a:gd name="connsiteX222" fmla="*/ 1579590 w 11269336"/>
              <a:gd name="connsiteY222" fmla="*/ 2173680 h 2323145"/>
              <a:gd name="connsiteX223" fmla="*/ 1535601 w 11269336"/>
              <a:gd name="connsiteY223" fmla="*/ 2194590 h 2323145"/>
              <a:gd name="connsiteX224" fmla="*/ 1515594 w 11269336"/>
              <a:gd name="connsiteY224" fmla="*/ 2189622 h 2323145"/>
              <a:gd name="connsiteX225" fmla="*/ 1512113 w 11269336"/>
              <a:gd name="connsiteY225" fmla="*/ 2188534 h 2323145"/>
              <a:gd name="connsiteX226" fmla="*/ 1498838 w 11269336"/>
              <a:gd name="connsiteY226" fmla="*/ 2189213 h 2323145"/>
              <a:gd name="connsiteX227" fmla="*/ 1494279 w 11269336"/>
              <a:gd name="connsiteY227" fmla="*/ 2183112 h 2323145"/>
              <a:gd name="connsiteX228" fmla="*/ 1473714 w 11269336"/>
              <a:gd name="connsiteY228" fmla="*/ 2179625 h 2323145"/>
              <a:gd name="connsiteX229" fmla="*/ 1449503 w 11269336"/>
              <a:gd name="connsiteY229" fmla="*/ 2182633 h 2323145"/>
              <a:gd name="connsiteX230" fmla="*/ 1266687 w 11269336"/>
              <a:gd name="connsiteY230" fmla="*/ 2212688 h 2323145"/>
              <a:gd name="connsiteX231" fmla="*/ 1239614 w 11269336"/>
              <a:gd name="connsiteY231" fmla="*/ 2209727 h 2323145"/>
              <a:gd name="connsiteX232" fmla="*/ 1202436 w 11269336"/>
              <a:gd name="connsiteY232" fmla="*/ 2209817 h 2323145"/>
              <a:gd name="connsiteX233" fmla="*/ 1136097 w 11269336"/>
              <a:gd name="connsiteY233" fmla="*/ 2205112 h 2323145"/>
              <a:gd name="connsiteX234" fmla="*/ 988232 w 11269336"/>
              <a:gd name="connsiteY234" fmla="*/ 2235635 h 2323145"/>
              <a:gd name="connsiteX235" fmla="*/ 981959 w 11269336"/>
              <a:gd name="connsiteY235" fmla="*/ 2231607 h 2323145"/>
              <a:gd name="connsiteX236" fmla="*/ 938600 w 11269336"/>
              <a:gd name="connsiteY236" fmla="*/ 2238113 h 2323145"/>
              <a:gd name="connsiteX237" fmla="*/ 791788 w 11269336"/>
              <a:gd name="connsiteY237" fmla="*/ 2293224 h 2323145"/>
              <a:gd name="connsiteX238" fmla="*/ 706914 w 11269336"/>
              <a:gd name="connsiteY238" fmla="*/ 2305046 h 2323145"/>
              <a:gd name="connsiteX239" fmla="*/ 675971 w 11269336"/>
              <a:gd name="connsiteY239" fmla="*/ 2304030 h 2323145"/>
              <a:gd name="connsiteX240" fmla="*/ 624180 w 11269336"/>
              <a:gd name="connsiteY240" fmla="*/ 2302650 h 2323145"/>
              <a:gd name="connsiteX241" fmla="*/ 583453 w 11269336"/>
              <a:gd name="connsiteY241" fmla="*/ 2288788 h 2323145"/>
              <a:gd name="connsiteX242" fmla="*/ 540946 w 11269336"/>
              <a:gd name="connsiteY242" fmla="*/ 2292721 h 2323145"/>
              <a:gd name="connsiteX243" fmla="*/ 533680 w 11269336"/>
              <a:gd name="connsiteY243" fmla="*/ 2310233 h 2323145"/>
              <a:gd name="connsiteX244" fmla="*/ 487366 w 11269336"/>
              <a:gd name="connsiteY244" fmla="*/ 2309053 h 2323145"/>
              <a:gd name="connsiteX245" fmla="*/ 416820 w 11269336"/>
              <a:gd name="connsiteY245" fmla="*/ 2305443 h 2323145"/>
              <a:gd name="connsiteX246" fmla="*/ 376805 w 11269336"/>
              <a:gd name="connsiteY246" fmla="*/ 2307647 h 2323145"/>
              <a:gd name="connsiteX247" fmla="*/ 266777 w 11269336"/>
              <a:gd name="connsiteY247" fmla="*/ 2309012 h 2323145"/>
              <a:gd name="connsiteX248" fmla="*/ 156013 w 11269336"/>
              <a:gd name="connsiteY248" fmla="*/ 2306832 h 2323145"/>
              <a:gd name="connsiteX249" fmla="*/ 87258 w 11269336"/>
              <a:gd name="connsiteY249" fmla="*/ 2285511 h 2323145"/>
              <a:gd name="connsiteX250" fmla="*/ 23798 w 11269336"/>
              <a:gd name="connsiteY250" fmla="*/ 2281822 h 2323145"/>
              <a:gd name="connsiteX251" fmla="*/ 0 w 11269336"/>
              <a:gd name="connsiteY251" fmla="*/ 2285369 h 2323145"/>
              <a:gd name="connsiteX252" fmla="*/ 0 w 11269336"/>
              <a:gd name="connsiteY25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05765 w 11269336"/>
              <a:gd name="connsiteY141" fmla="*/ 2199902 h 2323145"/>
              <a:gd name="connsiteX142" fmla="*/ 4401354 w 11269336"/>
              <a:gd name="connsiteY142" fmla="*/ 2194745 h 2323145"/>
              <a:gd name="connsiteX143" fmla="*/ 4366646 w 11269336"/>
              <a:gd name="connsiteY143" fmla="*/ 2198564 h 2323145"/>
              <a:gd name="connsiteX144" fmla="*/ 4354009 w 11269336"/>
              <a:gd name="connsiteY144" fmla="*/ 2204984 h 2323145"/>
              <a:gd name="connsiteX145" fmla="*/ 4348284 w 11269336"/>
              <a:gd name="connsiteY145" fmla="*/ 2205270 h 2323145"/>
              <a:gd name="connsiteX146" fmla="*/ 4333906 w 11269336"/>
              <a:gd name="connsiteY146" fmla="*/ 2205251 h 2323145"/>
              <a:gd name="connsiteX147" fmla="*/ 4308819 w 11269336"/>
              <a:gd name="connsiteY147" fmla="*/ 2203822 h 2323145"/>
              <a:gd name="connsiteX148" fmla="*/ 4301210 w 11269336"/>
              <a:gd name="connsiteY148" fmla="*/ 2204456 h 2323145"/>
              <a:gd name="connsiteX149" fmla="*/ 4283095 w 11269336"/>
              <a:gd name="connsiteY149" fmla="*/ 2198177 h 2323145"/>
              <a:gd name="connsiteX150" fmla="*/ 4250119 w 11269336"/>
              <a:gd name="connsiteY150" fmla="*/ 2196342 h 2323145"/>
              <a:gd name="connsiteX151" fmla="*/ 4189203 w 11269336"/>
              <a:gd name="connsiteY151" fmla="*/ 2178994 h 2323145"/>
              <a:gd name="connsiteX152" fmla="*/ 4154035 w 11269336"/>
              <a:gd name="connsiteY152" fmla="*/ 2171950 h 2323145"/>
              <a:gd name="connsiteX153" fmla="*/ 4129569 w 11269336"/>
              <a:gd name="connsiteY153" fmla="*/ 2163850 h 2323145"/>
              <a:gd name="connsiteX154" fmla="*/ 4061250 w 11269336"/>
              <a:gd name="connsiteY154" fmla="*/ 2159236 h 2323145"/>
              <a:gd name="connsiteX155" fmla="*/ 3945480 w 11269336"/>
              <a:gd name="connsiteY155" fmla="*/ 2158279 h 2323145"/>
              <a:gd name="connsiteX156" fmla="*/ 3921468 w 11269336"/>
              <a:gd name="connsiteY156" fmla="*/ 2156588 h 2323145"/>
              <a:gd name="connsiteX157" fmla="*/ 3903348 w 11269336"/>
              <a:gd name="connsiteY157" fmla="*/ 2149220 h 2323145"/>
              <a:gd name="connsiteX158" fmla="*/ 3901342 w 11269336"/>
              <a:gd name="connsiteY158" fmla="*/ 2142355 h 2323145"/>
              <a:gd name="connsiteX159" fmla="*/ 3888539 w 11269336"/>
              <a:gd name="connsiteY159" fmla="*/ 2140476 h 2323145"/>
              <a:gd name="connsiteX160" fmla="*/ 3885662 w 11269336"/>
              <a:gd name="connsiteY160" fmla="*/ 2138740 h 2323145"/>
              <a:gd name="connsiteX161" fmla="*/ 3868627 w 11269336"/>
              <a:gd name="connsiteY161" fmla="*/ 2130023 h 2323145"/>
              <a:gd name="connsiteX162" fmla="*/ 3819177 w 11269336"/>
              <a:gd name="connsiteY162" fmla="*/ 2142111 h 2323145"/>
              <a:gd name="connsiteX163" fmla="*/ 3769100 w 11269336"/>
              <a:gd name="connsiteY163" fmla="*/ 2131731 h 2323145"/>
              <a:gd name="connsiteX164" fmla="*/ 3562752 w 11269336"/>
              <a:gd name="connsiteY164" fmla="*/ 2131785 h 2323145"/>
              <a:gd name="connsiteX165" fmla="*/ 3541402 w 11269336"/>
              <a:gd name="connsiteY165" fmla="*/ 2106821 h 2323145"/>
              <a:gd name="connsiteX166" fmla="*/ 3365341 w 11269336"/>
              <a:gd name="connsiteY166" fmla="*/ 2077638 h 2323145"/>
              <a:gd name="connsiteX167" fmla="*/ 3170922 w 11269336"/>
              <a:gd name="connsiteY167" fmla="*/ 2115957 h 2323145"/>
              <a:gd name="connsiteX168" fmla="*/ 3156256 w 11269336"/>
              <a:gd name="connsiteY168" fmla="*/ 2124773 h 2323145"/>
              <a:gd name="connsiteX169" fmla="*/ 3140298 w 11269336"/>
              <a:gd name="connsiteY169" fmla="*/ 2129182 h 2323145"/>
              <a:gd name="connsiteX170" fmla="*/ 3138514 w 11269336"/>
              <a:gd name="connsiteY170" fmla="*/ 2128069 h 2323145"/>
              <a:gd name="connsiteX171" fmla="*/ 3120467 w 11269336"/>
              <a:gd name="connsiteY171" fmla="*/ 2128281 h 2323145"/>
              <a:gd name="connsiteX172" fmla="*/ 3116175 w 11269336"/>
              <a:gd name="connsiteY172" fmla="*/ 2131633 h 2323145"/>
              <a:gd name="connsiteX173" fmla="*/ 3103685 w 11269336"/>
              <a:gd name="connsiteY173" fmla="*/ 2132814 h 2323145"/>
              <a:gd name="connsiteX174" fmla="*/ 3078794 w 11269336"/>
              <a:gd name="connsiteY174" fmla="*/ 2137935 h 2323145"/>
              <a:gd name="connsiteX175" fmla="*/ 3074407 w 11269336"/>
              <a:gd name="connsiteY175" fmla="*/ 2136274 h 2323145"/>
              <a:gd name="connsiteX176" fmla="*/ 3037285 w 11269336"/>
              <a:gd name="connsiteY176" fmla="*/ 2139919 h 2323145"/>
              <a:gd name="connsiteX177" fmla="*/ 3036901 w 11269336"/>
              <a:gd name="connsiteY177" fmla="*/ 2138726 h 2323145"/>
              <a:gd name="connsiteX178" fmla="*/ 3026996 w 11269336"/>
              <a:gd name="connsiteY178" fmla="*/ 2134322 h 2323145"/>
              <a:gd name="connsiteX179" fmla="*/ 3007772 w 11269336"/>
              <a:gd name="connsiteY179" fmla="*/ 2128742 h 2323145"/>
              <a:gd name="connsiteX180" fmla="*/ 2965030 w 11269336"/>
              <a:gd name="connsiteY180" fmla="*/ 2100494 h 2323145"/>
              <a:gd name="connsiteX181" fmla="*/ 2926342 w 11269336"/>
              <a:gd name="connsiteY181" fmla="*/ 2104155 h 2323145"/>
              <a:gd name="connsiteX182" fmla="*/ 2918608 w 11269336"/>
              <a:gd name="connsiteY182" fmla="*/ 2104215 h 2323145"/>
              <a:gd name="connsiteX183" fmla="*/ 2918475 w 11269336"/>
              <a:gd name="connsiteY183" fmla="*/ 2103937 h 2323145"/>
              <a:gd name="connsiteX184" fmla="*/ 2910360 w 11269336"/>
              <a:gd name="connsiteY184" fmla="*/ 2103444 h 2323145"/>
              <a:gd name="connsiteX185" fmla="*/ 2904507 w 11269336"/>
              <a:gd name="connsiteY185" fmla="*/ 2104326 h 2323145"/>
              <a:gd name="connsiteX186" fmla="*/ 2889503 w 11269336"/>
              <a:gd name="connsiteY186" fmla="*/ 2104443 h 2323145"/>
              <a:gd name="connsiteX187" fmla="*/ 2884480 w 11269336"/>
              <a:gd name="connsiteY187" fmla="*/ 2102626 h 2323145"/>
              <a:gd name="connsiteX188" fmla="*/ 2882689 w 11269336"/>
              <a:gd name="connsiteY188" fmla="*/ 2099228 h 2323145"/>
              <a:gd name="connsiteX189" fmla="*/ 2881291 w 11269336"/>
              <a:gd name="connsiteY189" fmla="*/ 2099618 h 2323145"/>
              <a:gd name="connsiteX190" fmla="*/ 2853979 w 11269336"/>
              <a:gd name="connsiteY190" fmla="*/ 2090388 h 2323145"/>
              <a:gd name="connsiteX191" fmla="*/ 2791790 w 11269336"/>
              <a:gd name="connsiteY191" fmla="*/ 2080332 h 2323145"/>
              <a:gd name="connsiteX192" fmla="*/ 2755844 w 11269336"/>
              <a:gd name="connsiteY192" fmla="*/ 2078874 h 2323145"/>
              <a:gd name="connsiteX193" fmla="*/ 2657742 w 11269336"/>
              <a:gd name="connsiteY193" fmla="*/ 2070179 h 2323145"/>
              <a:gd name="connsiteX194" fmla="*/ 2559549 w 11269336"/>
              <a:gd name="connsiteY194" fmla="*/ 2057873 h 2323145"/>
              <a:gd name="connsiteX195" fmla="*/ 2512054 w 11269336"/>
              <a:gd name="connsiteY195" fmla="*/ 2031671 h 2323145"/>
              <a:gd name="connsiteX196" fmla="*/ 2506437 w 11269336"/>
              <a:gd name="connsiteY196" fmla="*/ 2030918 h 2323145"/>
              <a:gd name="connsiteX197" fmla="*/ 2491752 w 11269336"/>
              <a:gd name="connsiteY197" fmla="*/ 2033906 h 2323145"/>
              <a:gd name="connsiteX198" fmla="*/ 2486338 w 11269336"/>
              <a:gd name="connsiteY198" fmla="*/ 2035862 h 2323145"/>
              <a:gd name="connsiteX199" fmla="*/ 2478186 w 11269336"/>
              <a:gd name="connsiteY199" fmla="*/ 2036953 h 2323145"/>
              <a:gd name="connsiteX200" fmla="*/ 2477950 w 11269336"/>
              <a:gd name="connsiteY200" fmla="*/ 2036715 h 2323145"/>
              <a:gd name="connsiteX201" fmla="*/ 2470381 w 11269336"/>
              <a:gd name="connsiteY201" fmla="*/ 2038256 h 2323145"/>
              <a:gd name="connsiteX202" fmla="*/ 2433781 w 11269336"/>
              <a:gd name="connsiteY202" fmla="*/ 2049140 h 2323145"/>
              <a:gd name="connsiteX203" fmla="*/ 2381172 w 11269336"/>
              <a:gd name="connsiteY203" fmla="*/ 2030645 h 2323145"/>
              <a:gd name="connsiteX204" fmla="*/ 2360198 w 11269336"/>
              <a:gd name="connsiteY204" fmla="*/ 2029059 h 2323145"/>
              <a:gd name="connsiteX205" fmla="*/ 2348815 w 11269336"/>
              <a:gd name="connsiteY205" fmla="*/ 2026798 h 2323145"/>
              <a:gd name="connsiteX206" fmla="*/ 2347988 w 11269336"/>
              <a:gd name="connsiteY206" fmla="*/ 2025745 h 2323145"/>
              <a:gd name="connsiteX207" fmla="*/ 2312920 w 11269336"/>
              <a:gd name="connsiteY207" fmla="*/ 2036311 h 2323145"/>
              <a:gd name="connsiteX208" fmla="*/ 2307986 w 11269336"/>
              <a:gd name="connsiteY208" fmla="*/ 2035583 h 2323145"/>
              <a:gd name="connsiteX209" fmla="*/ 2285481 w 11269336"/>
              <a:gd name="connsiteY209" fmla="*/ 2045197 h 2323145"/>
              <a:gd name="connsiteX210" fmla="*/ 2273666 w 11269336"/>
              <a:gd name="connsiteY210" fmla="*/ 2048710 h 2323145"/>
              <a:gd name="connsiteX211" fmla="*/ 2270719 w 11269336"/>
              <a:gd name="connsiteY211" fmla="*/ 2052702 h 2323145"/>
              <a:gd name="connsiteX212" fmla="*/ 2253080 w 11269336"/>
              <a:gd name="connsiteY212" fmla="*/ 2056363 h 2323145"/>
              <a:gd name="connsiteX213" fmla="*/ 2250906 w 11269336"/>
              <a:gd name="connsiteY213" fmla="*/ 2055654 h 2323145"/>
              <a:gd name="connsiteX214" fmla="*/ 2236905 w 11269336"/>
              <a:gd name="connsiteY214" fmla="*/ 2062882 h 2323145"/>
              <a:gd name="connsiteX215" fmla="*/ 2225830 w 11269336"/>
              <a:gd name="connsiteY215" fmla="*/ 2074027 h 2323145"/>
              <a:gd name="connsiteX216" fmla="*/ 2073776 w 11269336"/>
              <a:gd name="connsiteY216" fmla="*/ 2089244 h 2323145"/>
              <a:gd name="connsiteX217" fmla="*/ 1948256 w 11269336"/>
              <a:gd name="connsiteY217" fmla="*/ 2146616 h 2323145"/>
              <a:gd name="connsiteX218" fmla="*/ 1865582 w 11269336"/>
              <a:gd name="connsiteY218" fmla="*/ 2153738 h 2323145"/>
              <a:gd name="connsiteX219" fmla="*/ 1835210 w 11269336"/>
              <a:gd name="connsiteY219" fmla="*/ 2134244 h 2323145"/>
              <a:gd name="connsiteX220" fmla="*/ 1632661 w 11269336"/>
              <a:gd name="connsiteY220" fmla="*/ 2173882 h 2323145"/>
              <a:gd name="connsiteX221" fmla="*/ 1579590 w 11269336"/>
              <a:gd name="connsiteY221" fmla="*/ 2173680 h 2323145"/>
              <a:gd name="connsiteX222" fmla="*/ 1535601 w 11269336"/>
              <a:gd name="connsiteY222" fmla="*/ 2194590 h 2323145"/>
              <a:gd name="connsiteX223" fmla="*/ 1515594 w 11269336"/>
              <a:gd name="connsiteY223" fmla="*/ 2189622 h 2323145"/>
              <a:gd name="connsiteX224" fmla="*/ 1512113 w 11269336"/>
              <a:gd name="connsiteY224" fmla="*/ 2188534 h 2323145"/>
              <a:gd name="connsiteX225" fmla="*/ 1498838 w 11269336"/>
              <a:gd name="connsiteY225" fmla="*/ 2189213 h 2323145"/>
              <a:gd name="connsiteX226" fmla="*/ 1494279 w 11269336"/>
              <a:gd name="connsiteY226" fmla="*/ 2183112 h 2323145"/>
              <a:gd name="connsiteX227" fmla="*/ 1473714 w 11269336"/>
              <a:gd name="connsiteY227" fmla="*/ 2179625 h 2323145"/>
              <a:gd name="connsiteX228" fmla="*/ 1449503 w 11269336"/>
              <a:gd name="connsiteY228" fmla="*/ 2182633 h 2323145"/>
              <a:gd name="connsiteX229" fmla="*/ 1266687 w 11269336"/>
              <a:gd name="connsiteY229" fmla="*/ 2212688 h 2323145"/>
              <a:gd name="connsiteX230" fmla="*/ 1239614 w 11269336"/>
              <a:gd name="connsiteY230" fmla="*/ 2209727 h 2323145"/>
              <a:gd name="connsiteX231" fmla="*/ 1202436 w 11269336"/>
              <a:gd name="connsiteY231" fmla="*/ 2209817 h 2323145"/>
              <a:gd name="connsiteX232" fmla="*/ 1136097 w 11269336"/>
              <a:gd name="connsiteY232" fmla="*/ 2205112 h 2323145"/>
              <a:gd name="connsiteX233" fmla="*/ 988232 w 11269336"/>
              <a:gd name="connsiteY233" fmla="*/ 2235635 h 2323145"/>
              <a:gd name="connsiteX234" fmla="*/ 981959 w 11269336"/>
              <a:gd name="connsiteY234" fmla="*/ 2231607 h 2323145"/>
              <a:gd name="connsiteX235" fmla="*/ 938600 w 11269336"/>
              <a:gd name="connsiteY235" fmla="*/ 2238113 h 2323145"/>
              <a:gd name="connsiteX236" fmla="*/ 791788 w 11269336"/>
              <a:gd name="connsiteY236" fmla="*/ 2293224 h 2323145"/>
              <a:gd name="connsiteX237" fmla="*/ 706914 w 11269336"/>
              <a:gd name="connsiteY237" fmla="*/ 2305046 h 2323145"/>
              <a:gd name="connsiteX238" fmla="*/ 675971 w 11269336"/>
              <a:gd name="connsiteY238" fmla="*/ 2304030 h 2323145"/>
              <a:gd name="connsiteX239" fmla="*/ 624180 w 11269336"/>
              <a:gd name="connsiteY239" fmla="*/ 2302650 h 2323145"/>
              <a:gd name="connsiteX240" fmla="*/ 583453 w 11269336"/>
              <a:gd name="connsiteY240" fmla="*/ 2288788 h 2323145"/>
              <a:gd name="connsiteX241" fmla="*/ 540946 w 11269336"/>
              <a:gd name="connsiteY241" fmla="*/ 2292721 h 2323145"/>
              <a:gd name="connsiteX242" fmla="*/ 533680 w 11269336"/>
              <a:gd name="connsiteY242" fmla="*/ 2310233 h 2323145"/>
              <a:gd name="connsiteX243" fmla="*/ 487366 w 11269336"/>
              <a:gd name="connsiteY243" fmla="*/ 2309053 h 2323145"/>
              <a:gd name="connsiteX244" fmla="*/ 416820 w 11269336"/>
              <a:gd name="connsiteY244" fmla="*/ 2305443 h 2323145"/>
              <a:gd name="connsiteX245" fmla="*/ 376805 w 11269336"/>
              <a:gd name="connsiteY245" fmla="*/ 2307647 h 2323145"/>
              <a:gd name="connsiteX246" fmla="*/ 266777 w 11269336"/>
              <a:gd name="connsiteY246" fmla="*/ 2309012 h 2323145"/>
              <a:gd name="connsiteX247" fmla="*/ 156013 w 11269336"/>
              <a:gd name="connsiteY247" fmla="*/ 2306832 h 2323145"/>
              <a:gd name="connsiteX248" fmla="*/ 87258 w 11269336"/>
              <a:gd name="connsiteY248" fmla="*/ 2285511 h 2323145"/>
              <a:gd name="connsiteX249" fmla="*/ 23798 w 11269336"/>
              <a:gd name="connsiteY249" fmla="*/ 2281822 h 2323145"/>
              <a:gd name="connsiteX250" fmla="*/ 0 w 11269336"/>
              <a:gd name="connsiteY250" fmla="*/ 2285369 h 2323145"/>
              <a:gd name="connsiteX251" fmla="*/ 0 w 11269336"/>
              <a:gd name="connsiteY251" fmla="*/ 0 h 2323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Lst>
            <a:rect l="l" t="t" r="r" b="b"/>
            <a:pathLst>
              <a:path w="11269336" h="2323145">
                <a:moveTo>
                  <a:pt x="0" y="0"/>
                </a:moveTo>
                <a:lnTo>
                  <a:pt x="11269336" y="0"/>
                </a:lnTo>
                <a:lnTo>
                  <a:pt x="11268645" y="511"/>
                </a:lnTo>
                <a:cubicBezTo>
                  <a:pt x="11257520" y="14091"/>
                  <a:pt x="11248967" y="32073"/>
                  <a:pt x="11230739" y="37096"/>
                </a:cubicBezTo>
                <a:cubicBezTo>
                  <a:pt x="11194283" y="47141"/>
                  <a:pt x="11124351" y="55013"/>
                  <a:pt x="11082485" y="78590"/>
                </a:cubicBezTo>
                <a:cubicBezTo>
                  <a:pt x="11064655" y="69818"/>
                  <a:pt x="11049588" y="97621"/>
                  <a:pt x="11031776" y="79197"/>
                </a:cubicBezTo>
                <a:cubicBezTo>
                  <a:pt x="11016683" y="85023"/>
                  <a:pt x="11009945" y="92832"/>
                  <a:pt x="10995894" y="83459"/>
                </a:cubicBezTo>
                <a:cubicBezTo>
                  <a:pt x="10971843" y="134740"/>
                  <a:pt x="10888992" y="106042"/>
                  <a:pt x="10861177" y="147419"/>
                </a:cubicBezTo>
                <a:cubicBezTo>
                  <a:pt x="10850370" y="129415"/>
                  <a:pt x="10807086" y="138624"/>
                  <a:pt x="10782732" y="135645"/>
                </a:cubicBezTo>
                <a:cubicBezTo>
                  <a:pt x="10869014" y="196205"/>
                  <a:pt x="10693356" y="147304"/>
                  <a:pt x="10660773" y="179312"/>
                </a:cubicBezTo>
                <a:cubicBezTo>
                  <a:pt x="10667385" y="121467"/>
                  <a:pt x="10595265" y="182241"/>
                  <a:pt x="10564442" y="160738"/>
                </a:cubicBezTo>
                <a:cubicBezTo>
                  <a:pt x="10544419" y="190949"/>
                  <a:pt x="10518436" y="167191"/>
                  <a:pt x="10490200" y="183533"/>
                </a:cubicBezTo>
                <a:cubicBezTo>
                  <a:pt x="10423905" y="202688"/>
                  <a:pt x="10362764" y="244779"/>
                  <a:pt x="10271351" y="243104"/>
                </a:cubicBezTo>
                <a:cubicBezTo>
                  <a:pt x="10247818" y="329775"/>
                  <a:pt x="10135674" y="303068"/>
                  <a:pt x="10061033" y="364937"/>
                </a:cubicBezTo>
                <a:cubicBezTo>
                  <a:pt x="10014289" y="383940"/>
                  <a:pt x="9930032" y="360289"/>
                  <a:pt x="9921770" y="406154"/>
                </a:cubicBezTo>
                <a:cubicBezTo>
                  <a:pt x="9894276" y="384665"/>
                  <a:pt x="9881945" y="430851"/>
                  <a:pt x="9858388" y="439489"/>
                </a:cubicBezTo>
                <a:cubicBezTo>
                  <a:pt x="9835642" y="426888"/>
                  <a:pt x="9828901" y="443125"/>
                  <a:pt x="9811914" y="449865"/>
                </a:cubicBezTo>
                <a:cubicBezTo>
                  <a:pt x="9801869" y="441287"/>
                  <a:pt x="9787055" y="444835"/>
                  <a:pt x="9784394" y="457816"/>
                </a:cubicBezTo>
                <a:cubicBezTo>
                  <a:pt x="9797169" y="483924"/>
                  <a:pt x="9656844" y="450179"/>
                  <a:pt x="9656836" y="469967"/>
                </a:cubicBezTo>
                <a:cubicBezTo>
                  <a:pt x="9589537" y="485301"/>
                  <a:pt x="9662097" y="527310"/>
                  <a:pt x="9561575" y="559978"/>
                </a:cubicBezTo>
                <a:cubicBezTo>
                  <a:pt x="9479149" y="599104"/>
                  <a:pt x="9215234" y="670585"/>
                  <a:pt x="9162278" y="704724"/>
                </a:cubicBezTo>
                <a:cubicBezTo>
                  <a:pt x="9173017" y="730567"/>
                  <a:pt x="9063215" y="727685"/>
                  <a:pt x="9062863" y="754656"/>
                </a:cubicBezTo>
                <a:cubicBezTo>
                  <a:pt x="9021608" y="774940"/>
                  <a:pt x="8924639" y="816390"/>
                  <a:pt x="8914746" y="826428"/>
                </a:cubicBezTo>
                <a:lnTo>
                  <a:pt x="8917778" y="835198"/>
                </a:lnTo>
                <a:lnTo>
                  <a:pt x="8905560" y="838358"/>
                </a:lnTo>
                <a:lnTo>
                  <a:pt x="8897564" y="834287"/>
                </a:lnTo>
                <a:lnTo>
                  <a:pt x="8878040" y="844150"/>
                </a:lnTo>
                <a:cubicBezTo>
                  <a:pt x="8861112" y="848992"/>
                  <a:pt x="8812843" y="856499"/>
                  <a:pt x="8795998" y="863337"/>
                </a:cubicBezTo>
                <a:cubicBezTo>
                  <a:pt x="8792888" y="873975"/>
                  <a:pt x="8786153" y="880792"/>
                  <a:pt x="8776970" y="885177"/>
                </a:cubicBezTo>
                <a:lnTo>
                  <a:pt x="8755719" y="889754"/>
                </a:lnTo>
                <a:lnTo>
                  <a:pt x="8743257" y="904723"/>
                </a:lnTo>
                <a:cubicBezTo>
                  <a:pt x="8737642" y="908108"/>
                  <a:pt x="8730651" y="908759"/>
                  <a:pt x="8721366" y="904711"/>
                </a:cubicBezTo>
                <a:cubicBezTo>
                  <a:pt x="8711895" y="915873"/>
                  <a:pt x="8676250" y="900745"/>
                  <a:pt x="8678353" y="926318"/>
                </a:cubicBezTo>
                <a:cubicBezTo>
                  <a:pt x="8658506" y="928813"/>
                  <a:pt x="8647569" y="933735"/>
                  <a:pt x="8636849" y="937900"/>
                </a:cubicBezTo>
                <a:lnTo>
                  <a:pt x="8620213" y="943068"/>
                </a:lnTo>
                <a:lnTo>
                  <a:pt x="8612581" y="952695"/>
                </a:lnTo>
                <a:cubicBezTo>
                  <a:pt x="8605836" y="959769"/>
                  <a:pt x="8598255" y="964412"/>
                  <a:pt x="8589038" y="963892"/>
                </a:cubicBezTo>
                <a:lnTo>
                  <a:pt x="8579950" y="960899"/>
                </a:lnTo>
                <a:cubicBezTo>
                  <a:pt x="8579740" y="962476"/>
                  <a:pt x="8579529" y="964053"/>
                  <a:pt x="8579319" y="965630"/>
                </a:cubicBezTo>
                <a:cubicBezTo>
                  <a:pt x="8579138" y="972972"/>
                  <a:pt x="8576531" y="980010"/>
                  <a:pt x="8547429" y="984506"/>
                </a:cubicBezTo>
                <a:cubicBezTo>
                  <a:pt x="8529238" y="1001725"/>
                  <a:pt x="8505565" y="1015840"/>
                  <a:pt x="8478704" y="1025490"/>
                </a:cubicBezTo>
                <a:cubicBezTo>
                  <a:pt x="8473109" y="1019545"/>
                  <a:pt x="8465819" y="1032194"/>
                  <a:pt x="8461421" y="1035512"/>
                </a:cubicBezTo>
                <a:cubicBezTo>
                  <a:pt x="8459739" y="1031087"/>
                  <a:pt x="8447663" y="1032074"/>
                  <a:pt x="8445003" y="1036851"/>
                </a:cubicBezTo>
                <a:cubicBezTo>
                  <a:pt x="8366593" y="1075951"/>
                  <a:pt x="8398773" y="1021402"/>
                  <a:pt x="8357350" y="1060213"/>
                </a:cubicBezTo>
                <a:cubicBezTo>
                  <a:pt x="8349366" y="1063843"/>
                  <a:pt x="8342208" y="1063367"/>
                  <a:pt x="8335565" y="1061151"/>
                </a:cubicBezTo>
                <a:lnTo>
                  <a:pt x="8325267" y="1055919"/>
                </a:lnTo>
                <a:lnTo>
                  <a:pt x="8293586" y="1076144"/>
                </a:lnTo>
                <a:cubicBezTo>
                  <a:pt x="8277595" y="1084193"/>
                  <a:pt x="8260401" y="1090863"/>
                  <a:pt x="8242405" y="1095960"/>
                </a:cubicBezTo>
                <a:cubicBezTo>
                  <a:pt x="8226373" y="1101227"/>
                  <a:pt x="8224213" y="1102052"/>
                  <a:pt x="8197391" y="1107746"/>
                </a:cubicBezTo>
                <a:cubicBezTo>
                  <a:pt x="8090266" y="1152133"/>
                  <a:pt x="8141491" y="1082372"/>
                  <a:pt x="8081474" y="1130125"/>
                </a:cubicBezTo>
                <a:cubicBezTo>
                  <a:pt x="8070634" y="1134173"/>
                  <a:pt x="8061619" y="1132810"/>
                  <a:pt x="8053585" y="1129169"/>
                </a:cubicBezTo>
                <a:lnTo>
                  <a:pt x="8038422" y="1119092"/>
                </a:lnTo>
                <a:lnTo>
                  <a:pt x="8029450" y="1125592"/>
                </a:lnTo>
                <a:cubicBezTo>
                  <a:pt x="7992226" y="1133484"/>
                  <a:pt x="7978616" y="1122765"/>
                  <a:pt x="7959552" y="1140188"/>
                </a:cubicBezTo>
                <a:cubicBezTo>
                  <a:pt x="7922008" y="1119572"/>
                  <a:pt x="7937737" y="1141786"/>
                  <a:pt x="7914188" y="1150862"/>
                </a:cubicBezTo>
                <a:cubicBezTo>
                  <a:pt x="7896037" y="1160155"/>
                  <a:pt x="7933463" y="1163411"/>
                  <a:pt x="7914918" y="1168758"/>
                </a:cubicBezTo>
                <a:cubicBezTo>
                  <a:pt x="7893102" y="1165887"/>
                  <a:pt x="7898453" y="1187420"/>
                  <a:pt x="7875510" y="1183153"/>
                </a:cubicBezTo>
                <a:cubicBezTo>
                  <a:pt x="7877354" y="1165743"/>
                  <a:pt x="7834286" y="1194789"/>
                  <a:pt x="7829932" y="1180782"/>
                </a:cubicBezTo>
                <a:cubicBezTo>
                  <a:pt x="7816047" y="1204874"/>
                  <a:pt x="7801901" y="1181513"/>
                  <a:pt x="7779182" y="1192665"/>
                </a:cubicBezTo>
                <a:cubicBezTo>
                  <a:pt x="7769446" y="1202686"/>
                  <a:pt x="7761564" y="1205661"/>
                  <a:pt x="7748774" y="1199586"/>
                </a:cubicBezTo>
                <a:cubicBezTo>
                  <a:pt x="7704339" y="1247771"/>
                  <a:pt x="7717626" y="1207638"/>
                  <a:pt x="7671846" y="1231966"/>
                </a:cubicBezTo>
                <a:cubicBezTo>
                  <a:pt x="7632956" y="1255682"/>
                  <a:pt x="7587383" y="1275180"/>
                  <a:pt x="7554146" y="1319748"/>
                </a:cubicBezTo>
                <a:cubicBezTo>
                  <a:pt x="7548775" y="1331557"/>
                  <a:pt x="7531272" y="1339155"/>
                  <a:pt x="7515052" y="1336718"/>
                </a:cubicBezTo>
                <a:cubicBezTo>
                  <a:pt x="7512260" y="1336298"/>
                  <a:pt x="7509613" y="1335590"/>
                  <a:pt x="7507193" y="1334617"/>
                </a:cubicBezTo>
                <a:cubicBezTo>
                  <a:pt x="7488273" y="1365207"/>
                  <a:pt x="7468925" y="1356298"/>
                  <a:pt x="7461694" y="1375866"/>
                </a:cubicBezTo>
                <a:cubicBezTo>
                  <a:pt x="7422434" y="1391917"/>
                  <a:pt x="7384603" y="1382819"/>
                  <a:pt x="7377571" y="1400128"/>
                </a:cubicBezTo>
                <a:cubicBezTo>
                  <a:pt x="7356236" y="1403926"/>
                  <a:pt x="7322509" y="1393138"/>
                  <a:pt x="7311261" y="1412652"/>
                </a:cubicBezTo>
                <a:cubicBezTo>
                  <a:pt x="7305349" y="1400071"/>
                  <a:pt x="7289966" y="1428039"/>
                  <a:pt x="7275307" y="1422171"/>
                </a:cubicBezTo>
                <a:cubicBezTo>
                  <a:pt x="7264529" y="1416601"/>
                  <a:pt x="7257348" y="1423786"/>
                  <a:pt x="7247783" y="1426330"/>
                </a:cubicBezTo>
                <a:cubicBezTo>
                  <a:pt x="7233839" y="1423056"/>
                  <a:pt x="7194363" y="1442037"/>
                  <a:pt x="7185047" y="1451812"/>
                </a:cubicBezTo>
                <a:cubicBezTo>
                  <a:pt x="7164447" y="1483396"/>
                  <a:pt x="7101577" y="1475742"/>
                  <a:pt x="7084117" y="1500281"/>
                </a:cubicBezTo>
                <a:cubicBezTo>
                  <a:pt x="7076899" y="1504821"/>
                  <a:pt x="7069494" y="1507565"/>
                  <a:pt x="7062011" y="1509183"/>
                </a:cubicBezTo>
                <a:lnTo>
                  <a:pt x="7040555" y="1511207"/>
                </a:lnTo>
                <a:lnTo>
                  <a:pt x="7033438" y="1506772"/>
                </a:lnTo>
                <a:lnTo>
                  <a:pt x="7020886" y="1510764"/>
                </a:lnTo>
                <a:lnTo>
                  <a:pt x="7017033" y="1510650"/>
                </a:lnTo>
                <a:lnTo>
                  <a:pt x="6995460" y="1511173"/>
                </a:lnTo>
                <a:cubicBezTo>
                  <a:pt x="7010208" y="1537643"/>
                  <a:pt x="6938512" y="1522467"/>
                  <a:pt x="6962144" y="1541508"/>
                </a:cubicBezTo>
                <a:cubicBezTo>
                  <a:pt x="6926351" y="1550586"/>
                  <a:pt x="6958236" y="1566326"/>
                  <a:pt x="6910674" y="1554793"/>
                </a:cubicBezTo>
                <a:cubicBezTo>
                  <a:pt x="6859225" y="1589274"/>
                  <a:pt x="6769015" y="1598548"/>
                  <a:pt x="6732152" y="1642538"/>
                </a:cubicBezTo>
                <a:cubicBezTo>
                  <a:pt x="6734901" y="1628031"/>
                  <a:pt x="6709146" y="1622413"/>
                  <a:pt x="6694106" y="1632377"/>
                </a:cubicBezTo>
                <a:cubicBezTo>
                  <a:pt x="6702628" y="1575914"/>
                  <a:pt x="6638899" y="1692862"/>
                  <a:pt x="6617223" y="1659889"/>
                </a:cubicBezTo>
                <a:cubicBezTo>
                  <a:pt x="6623246" y="1693349"/>
                  <a:pt x="6561228" y="1764690"/>
                  <a:pt x="6521138" y="1744340"/>
                </a:cubicBezTo>
                <a:cubicBezTo>
                  <a:pt x="6469831" y="1761656"/>
                  <a:pt x="6438109" y="1796731"/>
                  <a:pt x="6380677" y="1796883"/>
                </a:cubicBezTo>
                <a:cubicBezTo>
                  <a:pt x="6379865" y="1801686"/>
                  <a:pt x="6377810" y="1805986"/>
                  <a:pt x="6374897" y="1809910"/>
                </a:cubicBezTo>
                <a:lnTo>
                  <a:pt x="6364545" y="1820090"/>
                </a:lnTo>
                <a:lnTo>
                  <a:pt x="6362126" y="1819991"/>
                </a:lnTo>
                <a:cubicBezTo>
                  <a:pt x="6353055" y="1821720"/>
                  <a:pt x="6348796" y="1824537"/>
                  <a:pt x="6346673" y="1827824"/>
                </a:cubicBezTo>
                <a:lnTo>
                  <a:pt x="6345588" y="1832232"/>
                </a:lnTo>
                <a:lnTo>
                  <a:pt x="6335708" y="1838451"/>
                </a:lnTo>
                <a:lnTo>
                  <a:pt x="6318182" y="1852975"/>
                </a:lnTo>
                <a:lnTo>
                  <a:pt x="6313084" y="1853561"/>
                </a:lnTo>
                <a:lnTo>
                  <a:pt x="6283816" y="1872148"/>
                </a:lnTo>
                <a:lnTo>
                  <a:pt x="6282550" y="1871392"/>
                </a:lnTo>
                <a:cubicBezTo>
                  <a:pt x="6279041" y="1870121"/>
                  <a:pt x="6275192" y="1869982"/>
                  <a:pt x="6270527" y="1872208"/>
                </a:cubicBezTo>
                <a:cubicBezTo>
                  <a:pt x="6265029" y="1853962"/>
                  <a:pt x="6262790" y="1867903"/>
                  <a:pt x="6249518" y="1876079"/>
                </a:cubicBezTo>
                <a:cubicBezTo>
                  <a:pt x="6238019" y="1849564"/>
                  <a:pt x="6207959" y="1881750"/>
                  <a:pt x="6190386" y="1872478"/>
                </a:cubicBezTo>
                <a:cubicBezTo>
                  <a:pt x="6180893" y="1879083"/>
                  <a:pt x="6170646" y="1885584"/>
                  <a:pt x="6159777" y="1891745"/>
                </a:cubicBezTo>
                <a:lnTo>
                  <a:pt x="6153131" y="1895079"/>
                </a:lnTo>
                <a:lnTo>
                  <a:pt x="6152798" y="1894920"/>
                </a:lnTo>
                <a:cubicBezTo>
                  <a:pt x="6150925" y="1895166"/>
                  <a:pt x="6148578" y="1896082"/>
                  <a:pt x="6145388" y="1897990"/>
                </a:cubicBezTo>
                <a:lnTo>
                  <a:pt x="6141014" y="1901155"/>
                </a:lnTo>
                <a:lnTo>
                  <a:pt x="6128122" y="1907623"/>
                </a:lnTo>
                <a:lnTo>
                  <a:pt x="6122351" y="1908359"/>
                </a:lnTo>
                <a:cubicBezTo>
                  <a:pt x="6099508" y="1905910"/>
                  <a:pt x="6088334" y="1869006"/>
                  <a:pt x="6064750" y="1896394"/>
                </a:cubicBezTo>
                <a:cubicBezTo>
                  <a:pt x="6025977" y="1903785"/>
                  <a:pt x="5997095" y="1889190"/>
                  <a:pt x="5964230" y="1910038"/>
                </a:cubicBezTo>
                <a:cubicBezTo>
                  <a:pt x="5927910" y="1916874"/>
                  <a:pt x="5894873" y="1914928"/>
                  <a:pt x="5865399" y="1926966"/>
                </a:cubicBezTo>
                <a:cubicBezTo>
                  <a:pt x="5851644" y="1923038"/>
                  <a:pt x="5839380" y="1922808"/>
                  <a:pt x="5829951" y="1934755"/>
                </a:cubicBezTo>
                <a:cubicBezTo>
                  <a:pt x="5795498" y="1938369"/>
                  <a:pt x="5784532" y="1926246"/>
                  <a:pt x="5765285" y="1941322"/>
                </a:cubicBezTo>
                <a:cubicBezTo>
                  <a:pt x="5741789" y="1922874"/>
                  <a:pt x="5742385" y="1931607"/>
                  <a:pt x="5734750" y="1939793"/>
                </a:cubicBezTo>
                <a:lnTo>
                  <a:pt x="5733569" y="1940505"/>
                </a:lnTo>
                <a:lnTo>
                  <a:pt x="5730329" y="1937845"/>
                </a:lnTo>
                <a:lnTo>
                  <a:pt x="5724661" y="1937455"/>
                </a:lnTo>
                <a:lnTo>
                  <a:pt x="5710186" y="1941370"/>
                </a:lnTo>
                <a:lnTo>
                  <a:pt x="5704910" y="1943663"/>
                </a:lnTo>
                <a:cubicBezTo>
                  <a:pt x="5701213" y="1944937"/>
                  <a:pt x="5698678" y="1945391"/>
                  <a:pt x="5696836" y="1945271"/>
                </a:cubicBezTo>
                <a:lnTo>
                  <a:pt x="5696583" y="1945050"/>
                </a:lnTo>
                <a:lnTo>
                  <a:pt x="5689123" y="1947067"/>
                </a:lnTo>
                <a:cubicBezTo>
                  <a:pt x="5676655" y="1951072"/>
                  <a:pt x="5664639" y="1955533"/>
                  <a:pt x="5653291" y="1960245"/>
                </a:cubicBezTo>
                <a:cubicBezTo>
                  <a:pt x="5640346" y="1947636"/>
                  <a:pt x="5600180" y="1973739"/>
                  <a:pt x="5599385" y="1945198"/>
                </a:cubicBezTo>
                <a:cubicBezTo>
                  <a:pt x="5583913" y="1950736"/>
                  <a:pt x="5576590" y="1964134"/>
                  <a:pt x="5578300" y="1944963"/>
                </a:cubicBezTo>
                <a:cubicBezTo>
                  <a:pt x="5573104" y="1946266"/>
                  <a:pt x="5569560" y="1945382"/>
                  <a:pt x="5566758" y="1943441"/>
                </a:cubicBezTo>
                <a:lnTo>
                  <a:pt x="5565857" y="1942445"/>
                </a:lnTo>
                <a:lnTo>
                  <a:pt x="5531534" y="1955208"/>
                </a:lnTo>
                <a:lnTo>
                  <a:pt x="5526552" y="1954799"/>
                </a:lnTo>
                <a:lnTo>
                  <a:pt x="5504723" y="1965811"/>
                </a:lnTo>
                <a:lnTo>
                  <a:pt x="5493156" y="1970063"/>
                </a:lnTo>
                <a:lnTo>
                  <a:pt x="5490486" y="1974227"/>
                </a:lnTo>
                <a:cubicBezTo>
                  <a:pt x="5487271" y="1977077"/>
                  <a:pt x="5482233" y="1979045"/>
                  <a:pt x="5473107" y="1979001"/>
                </a:cubicBezTo>
                <a:lnTo>
                  <a:pt x="5470885" y="1978432"/>
                </a:lnTo>
                <a:lnTo>
                  <a:pt x="5457393" y="1986525"/>
                </a:lnTo>
                <a:cubicBezTo>
                  <a:pt x="5453194" y="1989853"/>
                  <a:pt x="5449663" y="1993721"/>
                  <a:pt x="5447102" y="1998329"/>
                </a:cubicBezTo>
                <a:cubicBezTo>
                  <a:pt x="5386283" y="2017364"/>
                  <a:pt x="5223545" y="2015483"/>
                  <a:pt x="5159151" y="2029640"/>
                </a:cubicBezTo>
                <a:cubicBezTo>
                  <a:pt x="5141359" y="2036610"/>
                  <a:pt x="5090827" y="2076822"/>
                  <a:pt x="5098838" y="2062961"/>
                </a:cubicBezTo>
                <a:cubicBezTo>
                  <a:pt x="5047883" y="2099457"/>
                  <a:pt x="4922007" y="2111466"/>
                  <a:pt x="4860988" y="2135698"/>
                </a:cubicBezTo>
                <a:cubicBezTo>
                  <a:pt x="4805413" y="2152292"/>
                  <a:pt x="4784714" y="2158665"/>
                  <a:pt x="4765388" y="2162525"/>
                </a:cubicBezTo>
                <a:cubicBezTo>
                  <a:pt x="4758560" y="2161978"/>
                  <a:pt x="4751823" y="2160531"/>
                  <a:pt x="4745033" y="2158859"/>
                </a:cubicBezTo>
                <a:lnTo>
                  <a:pt x="4741475" y="2157998"/>
                </a:lnTo>
                <a:lnTo>
                  <a:pt x="4728247" y="2159526"/>
                </a:lnTo>
                <a:lnTo>
                  <a:pt x="4723263" y="2153742"/>
                </a:lnTo>
                <a:lnTo>
                  <a:pt x="4593061" y="2171597"/>
                </a:lnTo>
                <a:lnTo>
                  <a:pt x="4405765" y="2199902"/>
                </a:lnTo>
                <a:cubicBezTo>
                  <a:pt x="4403942" y="2198353"/>
                  <a:pt x="4402457" y="2196614"/>
                  <a:pt x="4401354" y="2194745"/>
                </a:cubicBezTo>
                <a:lnTo>
                  <a:pt x="4366646" y="2198564"/>
                </a:lnTo>
                <a:lnTo>
                  <a:pt x="4354009" y="2204984"/>
                </a:lnTo>
                <a:lnTo>
                  <a:pt x="4348284" y="2205270"/>
                </a:lnTo>
                <a:lnTo>
                  <a:pt x="4333906" y="2205251"/>
                </a:lnTo>
                <a:cubicBezTo>
                  <a:pt x="4326429" y="2204713"/>
                  <a:pt x="4318024" y="2203940"/>
                  <a:pt x="4308819" y="2203822"/>
                </a:cubicBezTo>
                <a:lnTo>
                  <a:pt x="4301210" y="2204456"/>
                </a:lnTo>
                <a:lnTo>
                  <a:pt x="4283095" y="2198177"/>
                </a:lnTo>
                <a:cubicBezTo>
                  <a:pt x="4269863" y="2193337"/>
                  <a:pt x="4259612" y="2190345"/>
                  <a:pt x="4250119" y="2196342"/>
                </a:cubicBezTo>
                <a:cubicBezTo>
                  <a:pt x="4230702" y="2190559"/>
                  <a:pt x="4213171" y="2166890"/>
                  <a:pt x="4189203" y="2178994"/>
                </a:cubicBezTo>
                <a:cubicBezTo>
                  <a:pt x="4194512" y="2165594"/>
                  <a:pt x="4160734" y="2183257"/>
                  <a:pt x="4154035" y="2171950"/>
                </a:cubicBezTo>
                <a:cubicBezTo>
                  <a:pt x="4150098" y="2162547"/>
                  <a:pt x="4138934" y="2165714"/>
                  <a:pt x="4129569" y="2163850"/>
                </a:cubicBezTo>
                <a:cubicBezTo>
                  <a:pt x="4121391" y="2155090"/>
                  <a:pt x="4076089" y="2154737"/>
                  <a:pt x="4061250" y="2159236"/>
                </a:cubicBezTo>
                <a:cubicBezTo>
                  <a:pt x="4020618" y="2177811"/>
                  <a:pt x="3978175" y="2144465"/>
                  <a:pt x="3945480" y="2158279"/>
                </a:cubicBezTo>
                <a:cubicBezTo>
                  <a:pt x="3936362" y="2159139"/>
                  <a:pt x="3928502" y="2158369"/>
                  <a:pt x="3921468" y="2156588"/>
                </a:cubicBezTo>
                <a:lnTo>
                  <a:pt x="3903348" y="2149220"/>
                </a:lnTo>
                <a:lnTo>
                  <a:pt x="3901342" y="2142355"/>
                </a:lnTo>
                <a:lnTo>
                  <a:pt x="3888539" y="2140476"/>
                </a:lnTo>
                <a:lnTo>
                  <a:pt x="3885662" y="2138740"/>
                </a:lnTo>
                <a:cubicBezTo>
                  <a:pt x="3880178" y="2135398"/>
                  <a:pt x="3874645" y="2132286"/>
                  <a:pt x="3868627" y="2130023"/>
                </a:cubicBezTo>
                <a:cubicBezTo>
                  <a:pt x="3859240" y="2159198"/>
                  <a:pt x="3815892" y="2115590"/>
                  <a:pt x="3819177" y="2142111"/>
                </a:cubicBezTo>
                <a:cubicBezTo>
                  <a:pt x="3784478" y="2134756"/>
                  <a:pt x="3796708" y="2161930"/>
                  <a:pt x="3769100" y="2131731"/>
                </a:cubicBezTo>
                <a:cubicBezTo>
                  <a:pt x="3702423" y="2139704"/>
                  <a:pt x="3625642" y="2109386"/>
                  <a:pt x="3562752" y="2131785"/>
                </a:cubicBezTo>
                <a:cubicBezTo>
                  <a:pt x="3576244" y="2120400"/>
                  <a:pt x="3560801" y="2104591"/>
                  <a:pt x="3541402" y="2106821"/>
                </a:cubicBezTo>
                <a:cubicBezTo>
                  <a:pt x="3592232" y="2061584"/>
                  <a:pt x="3356194" y="2115384"/>
                  <a:pt x="3365341" y="2077638"/>
                </a:cubicBezTo>
                <a:cubicBezTo>
                  <a:pt x="3303594" y="2079161"/>
                  <a:pt x="3221644" y="2111487"/>
                  <a:pt x="3170922" y="2115957"/>
                </a:cubicBezTo>
                <a:cubicBezTo>
                  <a:pt x="3166532" y="2119769"/>
                  <a:pt x="3161579" y="2122617"/>
                  <a:pt x="3156256" y="2124773"/>
                </a:cubicBezTo>
                <a:lnTo>
                  <a:pt x="3140298" y="2129182"/>
                </a:lnTo>
                <a:lnTo>
                  <a:pt x="3138514" y="2128069"/>
                </a:lnTo>
                <a:cubicBezTo>
                  <a:pt x="3130169" y="2125710"/>
                  <a:pt x="3124679" y="2126336"/>
                  <a:pt x="3120467" y="2128281"/>
                </a:cubicBezTo>
                <a:lnTo>
                  <a:pt x="3116175" y="2131633"/>
                </a:lnTo>
                <a:lnTo>
                  <a:pt x="3103685" y="2132814"/>
                </a:lnTo>
                <a:lnTo>
                  <a:pt x="3078794" y="2137935"/>
                </a:lnTo>
                <a:lnTo>
                  <a:pt x="3074407" y="2136274"/>
                </a:lnTo>
                <a:lnTo>
                  <a:pt x="3037285" y="2139919"/>
                </a:lnTo>
                <a:lnTo>
                  <a:pt x="3036901" y="2138726"/>
                </a:lnTo>
                <a:cubicBezTo>
                  <a:pt x="3035193" y="2136135"/>
                  <a:pt x="3032337" y="2134379"/>
                  <a:pt x="3026996" y="2134322"/>
                </a:cubicBezTo>
                <a:cubicBezTo>
                  <a:pt x="3037063" y="2116196"/>
                  <a:pt x="3024412" y="2127308"/>
                  <a:pt x="3007772" y="2128742"/>
                </a:cubicBezTo>
                <a:cubicBezTo>
                  <a:pt x="3019697" y="2100910"/>
                  <a:pt x="2971305" y="2115987"/>
                  <a:pt x="2965030" y="2100494"/>
                </a:cubicBezTo>
                <a:cubicBezTo>
                  <a:pt x="2952539" y="2102174"/>
                  <a:pt x="2939545" y="2103445"/>
                  <a:pt x="2926342" y="2104155"/>
                </a:cubicBezTo>
                <a:lnTo>
                  <a:pt x="2918608" y="2104215"/>
                </a:lnTo>
                <a:cubicBezTo>
                  <a:pt x="2918564" y="2104122"/>
                  <a:pt x="2918519" y="2104030"/>
                  <a:pt x="2918475" y="2103937"/>
                </a:cubicBezTo>
                <a:cubicBezTo>
                  <a:pt x="2916840" y="2103354"/>
                  <a:pt x="2914314" y="2103149"/>
                  <a:pt x="2910360" y="2103444"/>
                </a:cubicBezTo>
                <a:lnTo>
                  <a:pt x="2904507" y="2104326"/>
                </a:lnTo>
                <a:lnTo>
                  <a:pt x="2889503" y="2104443"/>
                </a:lnTo>
                <a:lnTo>
                  <a:pt x="2884480" y="2102626"/>
                </a:lnTo>
                <a:lnTo>
                  <a:pt x="2882689" y="2099228"/>
                </a:lnTo>
                <a:lnTo>
                  <a:pt x="2881291" y="2099618"/>
                </a:lnTo>
                <a:cubicBezTo>
                  <a:pt x="2870663" y="2105606"/>
                  <a:pt x="2867338" y="2114210"/>
                  <a:pt x="2853979" y="2090388"/>
                </a:cubicBezTo>
                <a:cubicBezTo>
                  <a:pt x="2829652" y="2100099"/>
                  <a:pt x="2824975" y="2085577"/>
                  <a:pt x="2791790" y="2080332"/>
                </a:cubicBezTo>
                <a:cubicBezTo>
                  <a:pt x="2777850" y="2089504"/>
                  <a:pt x="2766709" y="2086170"/>
                  <a:pt x="2755844" y="2078874"/>
                </a:cubicBezTo>
                <a:cubicBezTo>
                  <a:pt x="2723488" y="2083049"/>
                  <a:pt x="2694065" y="2072780"/>
                  <a:pt x="2657742" y="2070179"/>
                </a:cubicBezTo>
                <a:cubicBezTo>
                  <a:pt x="2618372" y="2082020"/>
                  <a:pt x="2598368" y="2060559"/>
                  <a:pt x="2559549" y="2057873"/>
                </a:cubicBezTo>
                <a:cubicBezTo>
                  <a:pt x="2525789" y="2078403"/>
                  <a:pt x="2531908" y="2039838"/>
                  <a:pt x="2512054" y="2031671"/>
                </a:cubicBezTo>
                <a:lnTo>
                  <a:pt x="2506437" y="2030918"/>
                </a:lnTo>
                <a:lnTo>
                  <a:pt x="2491752" y="2033906"/>
                </a:lnTo>
                <a:lnTo>
                  <a:pt x="2486338" y="2035862"/>
                </a:lnTo>
                <a:cubicBezTo>
                  <a:pt x="2482568" y="2036899"/>
                  <a:pt x="2480011" y="2037191"/>
                  <a:pt x="2478186" y="2036953"/>
                </a:cubicBezTo>
                <a:lnTo>
                  <a:pt x="2477950" y="2036715"/>
                </a:lnTo>
                <a:lnTo>
                  <a:pt x="2470381" y="2038256"/>
                </a:lnTo>
                <a:cubicBezTo>
                  <a:pt x="2457686" y="2041461"/>
                  <a:pt x="2445410" y="2045155"/>
                  <a:pt x="2433781" y="2049140"/>
                </a:cubicBezTo>
                <a:cubicBezTo>
                  <a:pt x="2421781" y="2035703"/>
                  <a:pt x="2379959" y="2059234"/>
                  <a:pt x="2381172" y="2030645"/>
                </a:cubicBezTo>
                <a:cubicBezTo>
                  <a:pt x="2365380" y="2035192"/>
                  <a:pt x="2357148" y="2048120"/>
                  <a:pt x="2360198" y="2029059"/>
                </a:cubicBezTo>
                <a:cubicBezTo>
                  <a:pt x="2354933" y="2030031"/>
                  <a:pt x="2351467" y="2028919"/>
                  <a:pt x="2348815" y="2026798"/>
                </a:cubicBezTo>
                <a:lnTo>
                  <a:pt x="2347988" y="2025745"/>
                </a:lnTo>
                <a:lnTo>
                  <a:pt x="2312920" y="2036311"/>
                </a:lnTo>
                <a:lnTo>
                  <a:pt x="2307986" y="2035583"/>
                </a:lnTo>
                <a:lnTo>
                  <a:pt x="2285481" y="2045197"/>
                </a:lnTo>
                <a:lnTo>
                  <a:pt x="2273666" y="2048710"/>
                </a:lnTo>
                <a:lnTo>
                  <a:pt x="2270719" y="2052702"/>
                </a:lnTo>
                <a:cubicBezTo>
                  <a:pt x="2267315" y="2055347"/>
                  <a:pt x="2262161" y="2056992"/>
                  <a:pt x="2253080" y="2056363"/>
                </a:cubicBezTo>
                <a:lnTo>
                  <a:pt x="2250906" y="2055654"/>
                </a:lnTo>
                <a:lnTo>
                  <a:pt x="2236905" y="2062882"/>
                </a:lnTo>
                <a:cubicBezTo>
                  <a:pt x="2232493" y="2065942"/>
                  <a:pt x="2228705" y="2069583"/>
                  <a:pt x="2225830" y="2074027"/>
                </a:cubicBezTo>
                <a:cubicBezTo>
                  <a:pt x="2173117" y="2059597"/>
                  <a:pt x="2128486" y="2085502"/>
                  <a:pt x="2073776" y="2089244"/>
                </a:cubicBezTo>
                <a:cubicBezTo>
                  <a:pt x="2046050" y="2059365"/>
                  <a:pt x="1957570" y="2112693"/>
                  <a:pt x="1948256" y="2146616"/>
                </a:cubicBezTo>
                <a:cubicBezTo>
                  <a:pt x="1943005" y="2109192"/>
                  <a:pt x="1832736" y="2206239"/>
                  <a:pt x="1865582" y="2153738"/>
                </a:cubicBezTo>
                <a:cubicBezTo>
                  <a:pt x="1847376" y="2159567"/>
                  <a:pt x="1826258" y="2147592"/>
                  <a:pt x="1835210" y="2134244"/>
                </a:cubicBezTo>
                <a:cubicBezTo>
                  <a:pt x="1781916" y="2167476"/>
                  <a:pt x="1695112" y="2153556"/>
                  <a:pt x="1632661" y="2173882"/>
                </a:cubicBezTo>
                <a:cubicBezTo>
                  <a:pt x="1594177" y="2150642"/>
                  <a:pt x="1616426" y="2173975"/>
                  <a:pt x="1579590" y="2173680"/>
                </a:cubicBezTo>
                <a:cubicBezTo>
                  <a:pt x="1592812" y="2198112"/>
                  <a:pt x="1533818" y="2165220"/>
                  <a:pt x="1535601" y="2194590"/>
                </a:cubicBezTo>
                <a:cubicBezTo>
                  <a:pt x="1528840" y="2193608"/>
                  <a:pt x="1522236" y="2191728"/>
                  <a:pt x="1515594" y="2189622"/>
                </a:cubicBezTo>
                <a:lnTo>
                  <a:pt x="1512113" y="2188534"/>
                </a:lnTo>
                <a:lnTo>
                  <a:pt x="1498838" y="2189213"/>
                </a:lnTo>
                <a:lnTo>
                  <a:pt x="1494279" y="2183112"/>
                </a:lnTo>
                <a:lnTo>
                  <a:pt x="1473714" y="2179625"/>
                </a:lnTo>
                <a:cubicBezTo>
                  <a:pt x="1466138" y="2179292"/>
                  <a:pt x="1458132" y="2180071"/>
                  <a:pt x="1449503" y="2182633"/>
                </a:cubicBezTo>
                <a:lnTo>
                  <a:pt x="1266687" y="2212688"/>
                </a:lnTo>
                <a:cubicBezTo>
                  <a:pt x="1256792" y="2212722"/>
                  <a:pt x="1247024" y="2217857"/>
                  <a:pt x="1239614" y="2209727"/>
                </a:cubicBezTo>
                <a:cubicBezTo>
                  <a:pt x="1228778" y="2200326"/>
                  <a:pt x="1202276" y="2223497"/>
                  <a:pt x="1202436" y="2209817"/>
                </a:cubicBezTo>
                <a:cubicBezTo>
                  <a:pt x="1183471" y="2225854"/>
                  <a:pt x="1157340" y="2206849"/>
                  <a:pt x="1136097" y="2205112"/>
                </a:cubicBezTo>
                <a:cubicBezTo>
                  <a:pt x="1100396" y="2209415"/>
                  <a:pt x="1013922" y="2231219"/>
                  <a:pt x="988232" y="2235635"/>
                </a:cubicBezTo>
                <a:cubicBezTo>
                  <a:pt x="986445" y="2234079"/>
                  <a:pt x="984332" y="2232722"/>
                  <a:pt x="981959" y="2231607"/>
                </a:cubicBezTo>
                <a:cubicBezTo>
                  <a:pt x="968170" y="2225130"/>
                  <a:pt x="948759" y="2228043"/>
                  <a:pt x="938600" y="2238113"/>
                </a:cubicBezTo>
                <a:cubicBezTo>
                  <a:pt x="888371" y="2272824"/>
                  <a:pt x="837950" y="2280135"/>
                  <a:pt x="791788" y="2293224"/>
                </a:cubicBezTo>
                <a:cubicBezTo>
                  <a:pt x="739035" y="2305159"/>
                  <a:pt x="769009" y="2269676"/>
                  <a:pt x="706914" y="2305046"/>
                </a:cubicBezTo>
                <a:cubicBezTo>
                  <a:pt x="697882" y="2295919"/>
                  <a:pt x="689339" y="2296797"/>
                  <a:pt x="675971" y="2304030"/>
                </a:cubicBezTo>
                <a:cubicBezTo>
                  <a:pt x="650201" y="2309060"/>
                  <a:pt x="647591" y="2282853"/>
                  <a:pt x="624180" y="2302650"/>
                </a:cubicBezTo>
                <a:cubicBezTo>
                  <a:pt x="626400" y="2287987"/>
                  <a:pt x="574045" y="2305175"/>
                  <a:pt x="583453" y="2288788"/>
                </a:cubicBezTo>
                <a:cubicBezTo>
                  <a:pt x="564313" y="2278832"/>
                  <a:pt x="559671" y="2301039"/>
                  <a:pt x="540946" y="2292721"/>
                </a:cubicBezTo>
                <a:cubicBezTo>
                  <a:pt x="521576" y="2293191"/>
                  <a:pt x="554439" y="2305843"/>
                  <a:pt x="533680" y="2310233"/>
                </a:cubicBezTo>
                <a:cubicBezTo>
                  <a:pt x="508069" y="2313043"/>
                  <a:pt x="512638" y="2338541"/>
                  <a:pt x="487366" y="2309053"/>
                </a:cubicBezTo>
                <a:cubicBezTo>
                  <a:pt x="462164" y="2321083"/>
                  <a:pt x="454441" y="2307251"/>
                  <a:pt x="416820" y="2305443"/>
                </a:cubicBezTo>
                <a:cubicBezTo>
                  <a:pt x="403012" y="2315890"/>
                  <a:pt x="390105" y="2313733"/>
                  <a:pt x="376805" y="2307647"/>
                </a:cubicBezTo>
                <a:cubicBezTo>
                  <a:pt x="341751" y="2315035"/>
                  <a:pt x="307408" y="2307897"/>
                  <a:pt x="266777" y="2309012"/>
                </a:cubicBezTo>
                <a:cubicBezTo>
                  <a:pt x="225310" y="2324664"/>
                  <a:pt x="199419" y="2305548"/>
                  <a:pt x="156013" y="2306832"/>
                </a:cubicBezTo>
                <a:cubicBezTo>
                  <a:pt x="117457" y="2333851"/>
                  <a:pt x="122965" y="2279562"/>
                  <a:pt x="87258" y="2285511"/>
                </a:cubicBezTo>
                <a:cubicBezTo>
                  <a:pt x="38977" y="2309189"/>
                  <a:pt x="74043" y="2277969"/>
                  <a:pt x="23798" y="2281822"/>
                </a:cubicBezTo>
                <a:lnTo>
                  <a:pt x="0" y="2285369"/>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2"/>
              </a:solidFill>
            </a:endParaRPr>
          </a:p>
        </p:txBody>
      </p:sp>
      <p:sp>
        <p:nvSpPr>
          <p:cNvPr id="2" name="Title 1">
            <a:extLst>
              <a:ext uri="{FF2B5EF4-FFF2-40B4-BE49-F238E27FC236}">
                <a16:creationId xmlns:a16="http://schemas.microsoft.com/office/drawing/2014/main" id="{294B33A6-B209-82E0-3AC4-ED0F2117C15F}"/>
              </a:ext>
            </a:extLst>
          </p:cNvPr>
          <p:cNvSpPr>
            <a:spLocks noGrp="1"/>
          </p:cNvSpPr>
          <p:nvPr>
            <p:ph type="title"/>
          </p:nvPr>
        </p:nvSpPr>
        <p:spPr>
          <a:xfrm>
            <a:off x="723901" y="509587"/>
            <a:ext cx="7649239" cy="742951"/>
          </a:xfrm>
        </p:spPr>
        <p:txBody>
          <a:bodyPr vert="horz" lIns="91440" tIns="45720" rIns="91440" bIns="45720" rtlCol="0" anchor="ctr">
            <a:normAutofit/>
          </a:bodyPr>
          <a:lstStyle/>
          <a:p>
            <a:r>
              <a:rPr lang="en-US" sz="3600" kern="1200">
                <a:solidFill>
                  <a:schemeClr val="tx1"/>
                </a:solidFill>
                <a:latin typeface="+mj-lt"/>
                <a:ea typeface="+mj-ea"/>
                <a:cs typeface="+mj-cs"/>
              </a:rPr>
              <a:t>Result </a:t>
            </a:r>
          </a:p>
        </p:txBody>
      </p:sp>
      <p:pic>
        <p:nvPicPr>
          <p:cNvPr id="5" name="Content Placeholder 4">
            <a:extLst>
              <a:ext uri="{FF2B5EF4-FFF2-40B4-BE49-F238E27FC236}">
                <a16:creationId xmlns:a16="http://schemas.microsoft.com/office/drawing/2014/main" id="{80F9EEF7-91AE-B8AB-C9E3-C3C0D28341FB}"/>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674946" y="2072640"/>
            <a:ext cx="8830233" cy="4128135"/>
          </a:xfrm>
          <a:prstGeom prst="rect">
            <a:avLst/>
          </a:prstGeom>
        </p:spPr>
      </p:pic>
      <p:sp>
        <p:nvSpPr>
          <p:cNvPr id="14" name="Freeform: Shape 13">
            <a:extLst>
              <a:ext uri="{FF2B5EF4-FFF2-40B4-BE49-F238E27FC236}">
                <a16:creationId xmlns:a16="http://schemas.microsoft.com/office/drawing/2014/main" id="{DEB62645-D4DA-4E99-8344-B1536F63D1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7088" y="6277971"/>
            <a:ext cx="6884912" cy="580030"/>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64567118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19452-3000-DF4A-F633-2C06CB0E4BBE}"/>
              </a:ext>
            </a:extLst>
          </p:cNvPr>
          <p:cNvSpPr>
            <a:spLocks noGrp="1"/>
          </p:cNvSpPr>
          <p:nvPr>
            <p:ph type="title"/>
          </p:nvPr>
        </p:nvSpPr>
        <p:spPr/>
        <p:txBody>
          <a:bodyPr/>
          <a:lstStyle/>
          <a:p>
            <a:r>
              <a:rPr lang="en-US" dirty="0"/>
              <a:t>Outcome </a:t>
            </a:r>
          </a:p>
        </p:txBody>
      </p:sp>
      <p:sp>
        <p:nvSpPr>
          <p:cNvPr id="3" name="Content Placeholder 2">
            <a:extLst>
              <a:ext uri="{FF2B5EF4-FFF2-40B4-BE49-F238E27FC236}">
                <a16:creationId xmlns:a16="http://schemas.microsoft.com/office/drawing/2014/main" id="{996084D1-BF8A-599C-4DEE-5FD15C78EC1C}"/>
              </a:ext>
            </a:extLst>
          </p:cNvPr>
          <p:cNvSpPr>
            <a:spLocks noGrp="1"/>
          </p:cNvSpPr>
          <p:nvPr>
            <p:ph idx="1"/>
          </p:nvPr>
        </p:nvSpPr>
        <p:spPr/>
        <p:txBody>
          <a:bodyPr/>
          <a:lstStyle/>
          <a:p>
            <a:pPr marL="0" indent="0">
              <a:buNone/>
            </a:pPr>
            <a:endParaRPr lang="en-US" dirty="0"/>
          </a:p>
          <a:p>
            <a:pPr marL="0" indent="0">
              <a:buNone/>
            </a:pPr>
            <a:r>
              <a:rPr lang="en-US" dirty="0"/>
              <a:t>Real Time Deployment ( deployed )</a:t>
            </a:r>
          </a:p>
        </p:txBody>
      </p:sp>
    </p:spTree>
    <p:extLst>
      <p:ext uri="{BB962C8B-B14F-4D97-AF65-F5344CB8AC3E}">
        <p14:creationId xmlns:p14="http://schemas.microsoft.com/office/powerpoint/2010/main" val="215495693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C5325-4A51-AE05-7BE6-440D74D0BCB6}"/>
              </a:ext>
            </a:extLst>
          </p:cNvPr>
          <p:cNvSpPr>
            <a:spLocks noGrp="1"/>
          </p:cNvSpPr>
          <p:nvPr>
            <p:ph type="title"/>
          </p:nvPr>
        </p:nvSpPr>
        <p:spPr/>
        <p:txBody>
          <a:bodyPr/>
          <a:lstStyle/>
          <a:p>
            <a:r>
              <a:rPr lang="en-IN" dirty="0"/>
              <a:t>References</a:t>
            </a:r>
          </a:p>
        </p:txBody>
      </p:sp>
      <p:sp>
        <p:nvSpPr>
          <p:cNvPr id="3" name="Content Placeholder 2">
            <a:extLst>
              <a:ext uri="{FF2B5EF4-FFF2-40B4-BE49-F238E27FC236}">
                <a16:creationId xmlns:a16="http://schemas.microsoft.com/office/drawing/2014/main" id="{A6188C38-4C0A-7C78-2FF6-39EB62252E81}"/>
              </a:ext>
            </a:extLst>
          </p:cNvPr>
          <p:cNvSpPr>
            <a:spLocks noGrp="1"/>
          </p:cNvSpPr>
          <p:nvPr>
            <p:ph idx="1"/>
          </p:nvPr>
        </p:nvSpPr>
        <p:spPr>
          <a:xfrm>
            <a:off x="838200" y="1825624"/>
            <a:ext cx="10515600" cy="5032375"/>
          </a:xfrm>
        </p:spPr>
        <p:txBody>
          <a:bodyPr>
            <a:normAutofit fontScale="92500" lnSpcReduction="20000"/>
          </a:bodyPr>
          <a:lstStyle/>
          <a:p>
            <a:pPr marL="0" indent="0">
              <a:buNone/>
            </a:pPr>
            <a:r>
              <a:rPr lang="en-US" b="1" dirty="0"/>
              <a:t>Esteva, A., </a:t>
            </a:r>
            <a:r>
              <a:rPr lang="en-US" b="1" dirty="0" err="1"/>
              <a:t>Kuprel</a:t>
            </a:r>
            <a:r>
              <a:rPr lang="en-US" b="1" dirty="0"/>
              <a:t>, B., Novoa, R. A., et al.</a:t>
            </a:r>
            <a:br>
              <a:rPr lang="en-US" dirty="0"/>
            </a:br>
            <a:r>
              <a:rPr lang="en-US" i="1" dirty="0"/>
              <a:t>Dermatologist-Level Classification of Skin Cancer with Deep Neural Networks</a:t>
            </a:r>
            <a:r>
              <a:rPr lang="en-US" dirty="0"/>
              <a:t>.</a:t>
            </a:r>
            <a:br>
              <a:rPr lang="en-US" dirty="0"/>
            </a:br>
            <a:r>
              <a:rPr lang="en-US" i="1" dirty="0"/>
              <a:t>Nature</a:t>
            </a:r>
            <a:r>
              <a:rPr lang="en-US" dirty="0"/>
              <a:t>, 2017.</a:t>
            </a:r>
            <a:br>
              <a:rPr lang="en-US" dirty="0"/>
            </a:br>
            <a:r>
              <a:rPr lang="en-US" dirty="0">
                <a:hlinkClick r:id="rId2"/>
              </a:rPr>
              <a:t>https://doi.org/10.1038/nature21056</a:t>
            </a:r>
            <a:endParaRPr lang="en-US" dirty="0"/>
          </a:p>
          <a:p>
            <a:pPr marL="0" indent="0">
              <a:buNone/>
            </a:pPr>
            <a:r>
              <a:rPr lang="en-US" b="1" dirty="0" err="1"/>
              <a:t>Rajpurkar</a:t>
            </a:r>
            <a:r>
              <a:rPr lang="en-US" b="1" dirty="0"/>
              <a:t>, P., Irvin, J., Zhu, K., et al.</a:t>
            </a:r>
            <a:br>
              <a:rPr lang="en-US" dirty="0"/>
            </a:br>
            <a:r>
              <a:rPr lang="en-US" i="1" dirty="0" err="1"/>
              <a:t>CheXNet</a:t>
            </a:r>
            <a:r>
              <a:rPr lang="en-US" i="1" dirty="0"/>
              <a:t>: Radiologist-Level Pneumonia Detection on Chest X-Rays with Deep Learning</a:t>
            </a:r>
            <a:r>
              <a:rPr lang="en-US" dirty="0"/>
              <a:t>.</a:t>
            </a:r>
            <a:br>
              <a:rPr lang="en-US" dirty="0"/>
            </a:br>
            <a:r>
              <a:rPr lang="en-US" i="1" dirty="0" err="1"/>
              <a:t>arXiv</a:t>
            </a:r>
            <a:r>
              <a:rPr lang="en-US" i="1" dirty="0"/>
              <a:t> preprint</a:t>
            </a:r>
            <a:r>
              <a:rPr lang="en-US" dirty="0"/>
              <a:t>, 2017.</a:t>
            </a:r>
            <a:br>
              <a:rPr lang="en-US" dirty="0"/>
            </a:br>
            <a:r>
              <a:rPr lang="en-US" dirty="0">
                <a:hlinkClick r:id="rId3"/>
              </a:rPr>
              <a:t>https://arxiv.org/abs/1711.05225</a:t>
            </a:r>
            <a:endParaRPr lang="en-US" dirty="0"/>
          </a:p>
          <a:p>
            <a:pPr marL="0" indent="0">
              <a:buNone/>
            </a:pPr>
            <a:r>
              <a:rPr lang="en-US" b="1" dirty="0"/>
              <a:t>Hegde, S., Kulkarni, P., &amp; </a:t>
            </a:r>
            <a:r>
              <a:rPr lang="en-US" b="1" dirty="0" err="1"/>
              <a:t>Shirole</a:t>
            </a:r>
            <a:r>
              <a:rPr lang="en-US" b="1" dirty="0"/>
              <a:t>, D.</a:t>
            </a:r>
            <a:br>
              <a:rPr lang="en-US" dirty="0"/>
            </a:br>
            <a:r>
              <a:rPr lang="en-US" i="1" dirty="0"/>
              <a:t>Symptom Based Disease Prediction Using Machine Learning</a:t>
            </a:r>
            <a:r>
              <a:rPr lang="en-US" dirty="0"/>
              <a:t>.</a:t>
            </a:r>
            <a:br>
              <a:rPr lang="en-US" dirty="0"/>
            </a:br>
            <a:r>
              <a:rPr lang="en-US" i="1" dirty="0"/>
              <a:t>International Journal of Advanced Research in Computer Science and Software Engineering</a:t>
            </a:r>
            <a:r>
              <a:rPr lang="en-US" dirty="0"/>
              <a:t>, 2019.</a:t>
            </a:r>
          </a:p>
          <a:p>
            <a:pPr marL="0" indent="0">
              <a:buNone/>
            </a:pPr>
            <a:r>
              <a:rPr lang="en-US" b="1" dirty="0"/>
              <a:t>Nguyen, L., Yu, H., &amp; Nguyen, H.</a:t>
            </a:r>
            <a:br>
              <a:rPr lang="en-US" dirty="0"/>
            </a:br>
            <a:r>
              <a:rPr lang="en-US" i="1" dirty="0"/>
              <a:t>A Comparative Study of Symptom Checker Tools on Diagnosis Accuracy</a:t>
            </a:r>
            <a:r>
              <a:rPr lang="en-US" dirty="0"/>
              <a:t>.</a:t>
            </a:r>
            <a:br>
              <a:rPr lang="en-US" dirty="0"/>
            </a:br>
            <a:r>
              <a:rPr lang="en-US" i="1" dirty="0"/>
              <a:t>Journal of Medical Systems</a:t>
            </a:r>
            <a:r>
              <a:rPr lang="en-US" dirty="0"/>
              <a:t>, 2021.</a:t>
            </a:r>
            <a:endParaRPr lang="en-IN" dirty="0"/>
          </a:p>
        </p:txBody>
      </p:sp>
    </p:spTree>
    <p:extLst>
      <p:ext uri="{BB962C8B-B14F-4D97-AF65-F5344CB8AC3E}">
        <p14:creationId xmlns:p14="http://schemas.microsoft.com/office/powerpoint/2010/main" val="272491750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208BD6-2A31-5677-2B53-FD39A887D102}"/>
              </a:ext>
            </a:extLst>
          </p:cNvPr>
          <p:cNvSpPr>
            <a:spLocks noGrp="1"/>
          </p:cNvSpPr>
          <p:nvPr>
            <p:ph type="title"/>
          </p:nvPr>
        </p:nvSpPr>
        <p:spPr>
          <a:xfrm>
            <a:off x="838200" y="2618467"/>
            <a:ext cx="5257800" cy="1325563"/>
          </a:xfrm>
        </p:spPr>
        <p:txBody>
          <a:bodyPr/>
          <a:lstStyle/>
          <a:p>
            <a:r>
              <a:rPr lang="en-IN" dirty="0"/>
              <a:t>Thank You</a:t>
            </a:r>
          </a:p>
        </p:txBody>
      </p:sp>
    </p:spTree>
    <p:extLst>
      <p:ext uri="{BB962C8B-B14F-4D97-AF65-F5344CB8AC3E}">
        <p14:creationId xmlns:p14="http://schemas.microsoft.com/office/powerpoint/2010/main" val="2374710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76</TotalTime>
  <Words>1213</Words>
  <Application>Microsoft Office PowerPoint</Application>
  <PresentationFormat>Widescreen</PresentationFormat>
  <Paragraphs>48</Paragraphs>
  <Slides>16</Slides>
  <Notes>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Aptos</vt:lpstr>
      <vt:lpstr>Aptos Display</vt:lpstr>
      <vt:lpstr>Arial</vt:lpstr>
      <vt:lpstr>Wingdings</vt:lpstr>
      <vt:lpstr>Office Theme</vt:lpstr>
      <vt:lpstr>Disease Prediction Using Symptoms</vt:lpstr>
      <vt:lpstr>Outline</vt:lpstr>
      <vt:lpstr>Introduction</vt:lpstr>
      <vt:lpstr>PowerPoint Presentation</vt:lpstr>
      <vt:lpstr>Literature Review</vt:lpstr>
      <vt:lpstr>PowerPoint Presentation</vt:lpstr>
      <vt:lpstr>PowerPoint Presentation</vt:lpstr>
      <vt:lpstr>Problem Statement</vt:lpstr>
      <vt:lpstr>Objectives</vt:lpstr>
      <vt:lpstr>Proposed Methodology (4 slides)</vt:lpstr>
      <vt:lpstr>PowerPoint Presentation</vt:lpstr>
      <vt:lpstr>PowerPoint Presentation</vt:lpstr>
      <vt:lpstr>Result </vt:lpstr>
      <vt:lpstr>Outcome </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Akshay Jadhav [MU - Jaipur]</dc:creator>
  <cp:lastModifiedBy>Lakshya Shekhawat [CSE - 2024]</cp:lastModifiedBy>
  <cp:revision>12</cp:revision>
  <dcterms:created xsi:type="dcterms:W3CDTF">2025-09-29T05:03:41Z</dcterms:created>
  <dcterms:modified xsi:type="dcterms:W3CDTF">2026-02-15T16:16:50Z</dcterms:modified>
</cp:coreProperties>
</file>